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2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  <p:sldMasterId id="2147483764" r:id="rId5"/>
  </p:sldMasterIdLst>
  <p:sldIdLst>
    <p:sldId id="26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319" r:id="rId16"/>
    <p:sldId id="321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32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. 라인 곡선" id="{E7293A9C-1AC1-4B43-9399-6F54D6B27D39}">
          <p14:sldIdLst>
            <p14:sldId id="26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319"/>
          </p14:sldIdLst>
        </p14:section>
        <p14:section name="3. 채움 직선" id="{FD04436B-A080-4E6C-8128-238BF412BF04}">
          <p14:sldIdLst>
            <p14:sldId id="321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32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75D76-3A43-4922-84C9-FE5DB6E95943}" v="44" dt="2026-08-28T01:22:44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준효 (JunHyo Kim / Training Engineer)" userId="6a4ec4b5-ed70-4df3-99b1-ce814383a849" providerId="ADAL" clId="{EF88A517-7724-4611-8428-6053CF9E6C79}"/>
    <pc:docChg chg="undo custSel mod addSld delSld modSld sldOrd delMainMaster modMainMaster addSection delSection modSection">
      <pc:chgData name="김준효 (JunHyo Kim / Training Engineer)" userId="6a4ec4b5-ed70-4df3-99b1-ce814383a849" providerId="ADAL" clId="{EF88A517-7724-4611-8428-6053CF9E6C79}" dt="2026-08-28T01:22:44.522" v="64" actId="20577"/>
      <pc:docMkLst>
        <pc:docMk/>
      </pc:docMkLst>
      <pc:sldChg chg="del">
        <pc:chgData name="김준효 (JunHyo Kim / Training Engineer)" userId="6a4ec4b5-ed70-4df3-99b1-ce814383a849" providerId="ADAL" clId="{EF88A517-7724-4611-8428-6053CF9E6C79}" dt="2026-08-28T01:18:04.449" v="0" actId="47"/>
        <pc:sldMkLst>
          <pc:docMk/>
          <pc:sldMk cId="3243133882" sldId="256"/>
        </pc:sldMkLst>
      </pc:sldChg>
      <pc:sldChg chg="del">
        <pc:chgData name="김준효 (JunHyo Kim / Training Engineer)" userId="6a4ec4b5-ed70-4df3-99b1-ce814383a849" providerId="ADAL" clId="{EF88A517-7724-4611-8428-6053CF9E6C79}" dt="2026-08-28T01:18:04.449" v="0" actId="47"/>
        <pc:sldMkLst>
          <pc:docMk/>
          <pc:sldMk cId="2043981875" sldId="257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925836780" sldId="258"/>
        </pc:sldMkLst>
      </pc:sldChg>
      <pc:sldChg chg="del">
        <pc:chgData name="김준효 (JunHyo Kim / Training Engineer)" userId="6a4ec4b5-ed70-4df3-99b1-ce814383a849" providerId="ADAL" clId="{EF88A517-7724-4611-8428-6053CF9E6C79}" dt="2026-08-28T01:18:04.449" v="0" actId="47"/>
        <pc:sldMkLst>
          <pc:docMk/>
          <pc:sldMk cId="2472540849" sldId="259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3712673823" sldId="260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3932607188" sldId="261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2593383491" sldId="263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1162644699" sldId="264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3059315865" sldId="265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666370387" sldId="266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713306426" sldId="267"/>
        </pc:sldMkLst>
      </pc:sldChg>
      <pc:sldChg chg="modSp add del mod ord">
        <pc:chgData name="김준효 (JunHyo Kim / Training Engineer)" userId="6a4ec4b5-ed70-4df3-99b1-ce814383a849" providerId="ADAL" clId="{EF88A517-7724-4611-8428-6053CF9E6C79}" dt="2026-08-28T01:22:44.522" v="64" actId="20577"/>
        <pc:sldMkLst>
          <pc:docMk/>
          <pc:sldMk cId="1126805691" sldId="268"/>
        </pc:sldMkLst>
        <pc:spChg chg="mod">
          <ac:chgData name="김준효 (JunHyo Kim / Training Engineer)" userId="6a4ec4b5-ed70-4df3-99b1-ce814383a849" providerId="ADAL" clId="{EF88A517-7724-4611-8428-6053CF9E6C79}" dt="2026-08-28T01:22:44.522" v="64" actId="20577"/>
          <ac:spMkLst>
            <pc:docMk/>
            <pc:sldMk cId="1126805691" sldId="268"/>
            <ac:spMk id="3" creationId="{F39EFE06-99E0-469A-9AD7-8E2409B4367D}"/>
          </ac:spMkLst>
        </pc:spChg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462218548" sldId="278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826683974" sldId="279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3051361861" sldId="280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1080831877" sldId="281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4283459582" sldId="282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607335976" sldId="283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3617423100" sldId="284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4115350421" sldId="285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2157049975" sldId="286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1776191513" sldId="287"/>
        </pc:sldMkLst>
      </pc:sldChg>
      <pc:sldChg chg="del">
        <pc:chgData name="김준효 (JunHyo Kim / Training Engineer)" userId="6a4ec4b5-ed70-4df3-99b1-ce814383a849" providerId="ADAL" clId="{EF88A517-7724-4611-8428-6053CF9E6C79}" dt="2026-08-28T01:18:13.339" v="9" actId="47"/>
        <pc:sldMkLst>
          <pc:docMk/>
          <pc:sldMk cId="2751459436" sldId="288"/>
        </pc:sldMkLst>
      </pc:sldChg>
      <pc:sldChg chg="add del">
        <pc:chgData name="김준효 (JunHyo Kim / Training Engineer)" userId="6a4ec4b5-ed70-4df3-99b1-ce814383a849" providerId="ADAL" clId="{EF88A517-7724-4611-8428-6053CF9E6C79}" dt="2026-08-28T01:22:00.126" v="36" actId="47"/>
        <pc:sldMkLst>
          <pc:docMk/>
          <pc:sldMk cId="1477783867" sldId="289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3329690212" sldId="290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232765002" sldId="291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1984835620" sldId="292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1087127509" sldId="293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957232865" sldId="294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3029415287" sldId="295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2119964111" sldId="296"/>
        </pc:sldMkLst>
      </pc:sldChg>
      <pc:sldChg chg="add del">
        <pc:chgData name="김준효 (JunHyo Kim / Training Engineer)" userId="6a4ec4b5-ed70-4df3-99b1-ce814383a849" providerId="ADAL" clId="{EF88A517-7724-4611-8428-6053CF9E6C79}" dt="2026-08-28T01:21:59.840" v="33" actId="47"/>
        <pc:sldMkLst>
          <pc:docMk/>
          <pc:sldMk cId="1784539633" sldId="297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1408720001" sldId="298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3631348743" sldId="299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1446147416" sldId="300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1172704427" sldId="301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3416504264" sldId="302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2733347895" sldId="303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2200281819" sldId="304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941869931" sldId="305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971226917" sldId="306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756799703" sldId="307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3935998367" sldId="308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1264709450" sldId="309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4120181826" sldId="310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3004360616" sldId="311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472980119" sldId="312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2053368865" sldId="313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2131353075" sldId="314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2607212888" sldId="315"/>
        </pc:sldMkLst>
      </pc:sldChg>
      <pc:sldChg chg="add del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99469794" sldId="316"/>
        </pc:sldMkLst>
      </pc:sldChg>
      <pc:sldChg chg="modSp add del mod">
        <pc:chgData name="김준효 (JunHyo Kim / Training Engineer)" userId="6a4ec4b5-ed70-4df3-99b1-ce814383a849" providerId="ADAL" clId="{EF88A517-7724-4611-8428-6053CF9E6C79}" dt="2026-08-28T01:22:17.947" v="43" actId="47"/>
        <pc:sldMkLst>
          <pc:docMk/>
          <pc:sldMk cId="1685167014" sldId="317"/>
        </pc:sldMkLst>
        <pc:spChg chg="mod">
          <ac:chgData name="김준효 (JunHyo Kim / Training Engineer)" userId="6a4ec4b5-ed70-4df3-99b1-ce814383a849" providerId="ADAL" clId="{EF88A517-7724-4611-8428-6053CF9E6C79}" dt="2026-08-28T01:18:08.248" v="8" actId="27636"/>
          <ac:spMkLst>
            <pc:docMk/>
            <pc:sldMk cId="1685167014" sldId="317"/>
            <ac:spMk id="35" creationId="{FAF20F9B-D125-4BF1-9313-748D279A0576}"/>
          </ac:spMkLst>
        </pc:spChg>
      </pc:sldChg>
      <pc:sldChg chg="modSp add del mod">
        <pc:chgData name="김준효 (JunHyo Kim / Training Engineer)" userId="6a4ec4b5-ed70-4df3-99b1-ce814383a849" providerId="ADAL" clId="{EF88A517-7724-4611-8428-6053CF9E6C79}" dt="2026-08-28T01:22:07.691" v="39" actId="47"/>
        <pc:sldMkLst>
          <pc:docMk/>
          <pc:sldMk cId="125561262" sldId="318"/>
        </pc:sldMkLst>
        <pc:spChg chg="mod">
          <ac:chgData name="김준효 (JunHyo Kim / Training Engineer)" userId="6a4ec4b5-ed70-4df3-99b1-ce814383a849" providerId="ADAL" clId="{EF88A517-7724-4611-8428-6053CF9E6C79}" dt="2026-08-28T01:22:00.192" v="38" actId="27636"/>
          <ac:spMkLst>
            <pc:docMk/>
            <pc:sldMk cId="125561262" sldId="318"/>
            <ac:spMk id="35" creationId="{1ACD6F04-0B5D-46E6-9CC9-2A75E0F5580F}"/>
          </ac:spMkLst>
        </pc:spChg>
      </pc:sldChg>
      <pc:sldChg chg="modSp add del mod">
        <pc:chgData name="김준효 (JunHyo Kim / Training Engineer)" userId="6a4ec4b5-ed70-4df3-99b1-ce814383a849" providerId="ADAL" clId="{EF88A517-7724-4611-8428-6053CF9E6C79}" dt="2026-08-28T01:22:00.187" v="37" actId="27636"/>
        <pc:sldMkLst>
          <pc:docMk/>
          <pc:sldMk cId="699106918" sldId="319"/>
        </pc:sldMkLst>
        <pc:spChg chg="mod">
          <ac:chgData name="김준효 (JunHyo Kim / Training Engineer)" userId="6a4ec4b5-ed70-4df3-99b1-ce814383a849" providerId="ADAL" clId="{EF88A517-7724-4611-8428-6053CF9E6C79}" dt="2026-08-28T01:22:00.187" v="37" actId="27636"/>
          <ac:spMkLst>
            <pc:docMk/>
            <pc:sldMk cId="699106918" sldId="319"/>
            <ac:spMk id="35" creationId="{C1D158DB-09F2-4549-A6B6-3C4E4A52B0A1}"/>
          </ac:spMkLst>
        </pc:spChg>
      </pc:sldChg>
      <pc:sldChg chg="modSp mod">
        <pc:chgData name="김준효 (JunHyo Kim / Training Engineer)" userId="6a4ec4b5-ed70-4df3-99b1-ce814383a849" providerId="ADAL" clId="{EF88A517-7724-4611-8428-6053CF9E6C79}" dt="2026-08-28T01:18:08.161" v="5" actId="27636"/>
        <pc:sldMkLst>
          <pc:docMk/>
          <pc:sldMk cId="954911794" sldId="320"/>
        </pc:sldMkLst>
        <pc:spChg chg="mod">
          <ac:chgData name="김준효 (JunHyo Kim / Training Engineer)" userId="6a4ec4b5-ed70-4df3-99b1-ce814383a849" providerId="ADAL" clId="{EF88A517-7724-4611-8428-6053CF9E6C79}" dt="2026-08-28T01:18:08.161" v="5" actId="27636"/>
          <ac:spMkLst>
            <pc:docMk/>
            <pc:sldMk cId="954911794" sldId="320"/>
            <ac:spMk id="35" creationId="{643B3C7B-F441-4D81-B299-E6B4FD73C528}"/>
          </ac:spMkLst>
        </pc:spChg>
      </pc:sldChg>
      <pc:sldChg chg="add">
        <pc:chgData name="김준효 (JunHyo Kim / Training Engineer)" userId="6a4ec4b5-ed70-4df3-99b1-ce814383a849" providerId="ADAL" clId="{EF88A517-7724-4611-8428-6053CF9E6C79}" dt="2026-08-28T01:22:33.241" v="46" actId="2890"/>
        <pc:sldMkLst>
          <pc:docMk/>
          <pc:sldMk cId="2257690242" sldId="321"/>
        </pc:sldMkLst>
      </pc:sldChg>
      <pc:sldChg chg="add del setBg">
        <pc:chgData name="김준효 (JunHyo Kim / Training Engineer)" userId="6a4ec4b5-ed70-4df3-99b1-ce814383a849" providerId="ADAL" clId="{EF88A517-7724-4611-8428-6053CF9E6C79}" dt="2026-08-28T01:22:30.273" v="45"/>
        <pc:sldMkLst>
          <pc:docMk/>
          <pc:sldMk cId="2439485940" sldId="321"/>
        </pc:sldMkLst>
      </pc:sldChg>
      <pc:sldChg chg="modSp add del mod">
        <pc:chgData name="김준효 (JunHyo Kim / Training Engineer)" userId="6a4ec4b5-ed70-4df3-99b1-ce814383a849" providerId="ADAL" clId="{EF88A517-7724-4611-8428-6053CF9E6C79}" dt="2026-08-28T01:22:14.791" v="41" actId="47"/>
        <pc:sldMkLst>
          <pc:docMk/>
          <pc:sldMk cId="4216816687" sldId="321"/>
        </pc:sldMkLst>
        <pc:spChg chg="mod">
          <ac:chgData name="김준효 (JunHyo Kim / Training Engineer)" userId="6a4ec4b5-ed70-4df3-99b1-ce814383a849" providerId="ADAL" clId="{EF88A517-7724-4611-8428-6053CF9E6C79}" dt="2026-08-28T01:18:08.239" v="6" actId="27636"/>
          <ac:spMkLst>
            <pc:docMk/>
            <pc:sldMk cId="4216816687" sldId="321"/>
            <ac:spMk id="35" creationId="{7C36BA87-D24A-4C1A-82CF-03123D5E5B18}"/>
          </ac:spMkLst>
        </pc:spChg>
      </pc:sldChg>
      <pc:sldChg chg="modSp add del mod">
        <pc:chgData name="김준효 (JunHyo Kim / Training Engineer)" userId="6a4ec4b5-ed70-4df3-99b1-ce814383a849" providerId="ADAL" clId="{EF88A517-7724-4611-8428-6053CF9E6C79}" dt="2026-08-28T01:22:16.387" v="42" actId="47"/>
        <pc:sldMkLst>
          <pc:docMk/>
          <pc:sldMk cId="1519452059" sldId="322"/>
        </pc:sldMkLst>
        <pc:spChg chg="mod">
          <ac:chgData name="김준효 (JunHyo Kim / Training Engineer)" userId="6a4ec4b5-ed70-4df3-99b1-ce814383a849" providerId="ADAL" clId="{EF88A517-7724-4611-8428-6053CF9E6C79}" dt="2026-08-28T01:18:08.246" v="7" actId="27636"/>
          <ac:spMkLst>
            <pc:docMk/>
            <pc:sldMk cId="1519452059" sldId="322"/>
            <ac:spMk id="35" creationId="{5E1FC963-56A0-41A6-86B0-B3C70683A477}"/>
          </ac:spMkLst>
        </pc:spChg>
      </pc:sldChg>
      <pc:sldMasterChg chg="del sldLayoutOrd">
        <pc:chgData name="김준효 (JunHyo Kim / Training Engineer)" userId="6a4ec4b5-ed70-4df3-99b1-ce814383a849" providerId="ADAL" clId="{EF88A517-7724-4611-8428-6053CF9E6C79}" dt="2026-08-28T01:18:08.105" v="4"/>
        <pc:sldMasterMkLst>
          <pc:docMk/>
          <pc:sldMasterMk cId="3405874877" sldId="2147483668"/>
        </pc:sldMasterMkLst>
      </pc:sldMasterChg>
      <pc:sldMasterChg chg="del sldLayoutOrd">
        <pc:chgData name="김준효 (JunHyo Kim / Training Engineer)" userId="6a4ec4b5-ed70-4df3-99b1-ce814383a849" providerId="ADAL" clId="{EF88A517-7724-4611-8428-6053CF9E6C79}" dt="2026-08-28T01:18:08.105" v="4"/>
        <pc:sldMasterMkLst>
          <pc:docMk/>
          <pc:sldMasterMk cId="3250091697" sldId="2147483674"/>
        </pc:sldMasterMkLst>
      </pc:sldMasterChg>
      <pc:sldMasterChg chg="modSldLayout sldLayoutOrd">
        <pc:chgData name="김준효 (JunHyo Kim / Training Engineer)" userId="6a4ec4b5-ed70-4df3-99b1-ce814383a849" providerId="ADAL" clId="{EF88A517-7724-4611-8428-6053CF9E6C79}" dt="2026-08-28T01:18:08.088" v="3"/>
        <pc:sldMasterMkLst>
          <pc:docMk/>
          <pc:sldMasterMk cId="168591983" sldId="2147483678"/>
        </pc:sldMasterMkLst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984826625" sldId="2147483669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984826625" sldId="2147483669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984826625" sldId="2147483669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984826625" sldId="2147483669"/>
              <ac:spMk id="4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984826625" sldId="2147483669"/>
              <ac:spMk id="6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3216572562" sldId="2147483670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3216572562" sldId="2147483670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3216572562" sldId="2147483670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3216572562" sldId="2147483670"/>
              <ac:spMk id="5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2367422469" sldId="2147483675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2367422469" sldId="2147483675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2367422469" sldId="2147483675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2367422469" sldId="2147483675"/>
              <ac:spMk id="4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2367422469" sldId="2147483675"/>
              <ac:spMk id="6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1619594548" sldId="2147483676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619594548" sldId="2147483676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619594548" sldId="2147483676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619594548" sldId="2147483676"/>
              <ac:spMk id="5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523508123" sldId="2147483684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523508123" sldId="2147483684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523508123" sldId="2147483684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523508123" sldId="2147483684"/>
              <ac:spMk id="4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523508123" sldId="2147483684"/>
              <ac:spMk id="6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3390485621" sldId="2147483685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3390485621" sldId="2147483685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3390485621" sldId="2147483685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3390485621" sldId="2147483685"/>
              <ac:spMk id="5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1939989131" sldId="2147483688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939989131" sldId="2147483688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939989131" sldId="2147483688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939989131" sldId="2147483688"/>
              <ac:spMk id="4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1939989131" sldId="2147483688"/>
              <ac:spMk id="6" creationId="{00000000-0000-0000-0000-000000000000}"/>
            </ac:spMkLst>
          </pc:spChg>
        </pc:sldLayoutChg>
        <pc:sldLayoutChg chg="modSp mod ord">
          <pc:chgData name="김준효 (JunHyo Kim / Training Engineer)" userId="6a4ec4b5-ed70-4df3-99b1-ce814383a849" providerId="ADAL" clId="{EF88A517-7724-4611-8428-6053CF9E6C79}" dt="2026-08-28T01:18:08.088" v="3"/>
          <pc:sldLayoutMkLst>
            <pc:docMk/>
            <pc:sldMasterMk cId="168591983" sldId="2147483678"/>
            <pc:sldLayoutMk cId="780933445" sldId="2147483689"/>
          </pc:sldLayoutMkLst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780933445" sldId="2147483689"/>
              <ac:spMk id="2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780933445" sldId="2147483689"/>
              <ac:spMk id="3" creationId="{00000000-0000-0000-0000-000000000000}"/>
            </ac:spMkLst>
          </pc:spChg>
          <pc:spChg chg="mod">
            <ac:chgData name="김준효 (JunHyo Kim / Training Engineer)" userId="6a4ec4b5-ed70-4df3-99b1-ce814383a849" providerId="ADAL" clId="{EF88A517-7724-4611-8428-6053CF9E6C79}" dt="2026-08-28T01:18:08.088" v="3"/>
            <ac:spMkLst>
              <pc:docMk/>
              <pc:sldMasterMk cId="168591983" sldId="2147483678"/>
              <pc:sldLayoutMk cId="780933445" sldId="2147483689"/>
              <ac:spMk id="5" creationId="{00000000-0000-0000-0000-000000000000}"/>
            </ac:spMkLst>
          </pc:spChg>
        </pc:sldLayoutChg>
      </pc:sldMasterChg>
      <pc:sldMasterChg chg="del sldLayoutOrd">
        <pc:chgData name="김준효 (JunHyo Kim / Training Engineer)" userId="6a4ec4b5-ed70-4df3-99b1-ce814383a849" providerId="ADAL" clId="{EF88A517-7724-4611-8428-6053CF9E6C79}" dt="2026-08-28T01:18:08.105" v="4"/>
        <pc:sldMasterMkLst>
          <pc:docMk/>
          <pc:sldMasterMk cId="3171130458" sldId="2147483683"/>
        </pc:sldMasterMkLst>
      </pc:sldMasterChg>
      <pc:sldMasterChg chg="del sldLayoutOrd">
        <pc:chgData name="김준효 (JunHyo Kim / Training Engineer)" userId="6a4ec4b5-ed70-4df3-99b1-ce814383a849" providerId="ADAL" clId="{EF88A517-7724-4611-8428-6053CF9E6C79}" dt="2026-08-28T01:18:08.105" v="4"/>
        <pc:sldMasterMkLst>
          <pc:docMk/>
          <pc:sldMasterMk cId="1591049377" sldId="2147483687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2_C6770A6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3_DDFB64A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4_764E302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4_764E3024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5_40CC3FD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5_40CC3FD5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6_390E36E1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27_B491357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E_7A43DCA2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F_A06D69A2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0_AF74B99A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0_AF74B99A3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1_67E1F14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1_67E1F143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2_D0D7B71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3_1AD69778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8AD-48E0-AA8F-9AA764C6BC12}"/>
              </c:ext>
            </c:extLst>
          </c:dPt>
          <c:cat>
            <c:strRef>
              <c:f>Sheet1!$A$2:$A$5</c:f>
              <c:strCache>
                <c:ptCount val="4"/>
                <c:pt idx="0">
                  <c:v>2015 1Q</c:v>
                </c:pt>
                <c:pt idx="1">
                  <c:v>2015 2Q</c:v>
                </c:pt>
                <c:pt idx="2">
                  <c:v>2015 4Q</c:v>
                </c:pt>
                <c:pt idx="3">
                  <c:v>2015 5Q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AD-48E0-AA8F-9AA764C6B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8AD-48E0-AA8F-9AA764C6BC12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8AD-48E0-AA8F-9AA764C6BC1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8AD-48E0-AA8F-9AA764C6BC1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8AD-48E0-AA8F-9AA764C6BC12}"/>
              </c:ext>
            </c:extLst>
          </c:dPt>
          <c:cat>
            <c:strRef>
              <c:f>Sheet1!$A$2:$A$5</c:f>
              <c:strCache>
                <c:ptCount val="4"/>
                <c:pt idx="0">
                  <c:v>2015 1Q</c:v>
                </c:pt>
                <c:pt idx="1">
                  <c:v>2015 2Q</c:v>
                </c:pt>
                <c:pt idx="2">
                  <c:v>2015 4Q</c:v>
                </c:pt>
                <c:pt idx="3">
                  <c:v>2015 5Q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8AD-48E0-AA8F-9AA764C6B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08AD-48E0-AA8F-9AA764C6BC1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08AD-48E0-AA8F-9AA764C6BC1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08AD-48E0-AA8F-9AA764C6BC12}"/>
              </c:ext>
            </c:extLst>
          </c:dPt>
          <c:cat>
            <c:strRef>
              <c:f>Sheet1!$A$2:$A$5</c:f>
              <c:strCache>
                <c:ptCount val="4"/>
                <c:pt idx="0">
                  <c:v>2015 1Q</c:v>
                </c:pt>
                <c:pt idx="1">
                  <c:v>2015 2Q</c:v>
                </c:pt>
                <c:pt idx="2">
                  <c:v>2015 4Q</c:v>
                </c:pt>
                <c:pt idx="3">
                  <c:v>2015 5Q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8AD-48E0-AA8F-9AA764C6B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76482816"/>
        <c:axId val="-2076479456"/>
      </c:lineChart>
      <c:catAx>
        <c:axId val="-2076482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n-cs"/>
              </a:defRPr>
            </a:pPr>
            <a:endParaRPr lang="ko-KR"/>
          </a:p>
        </c:txPr>
        <c:crossAx val="-2076479456"/>
        <c:crosses val="autoZero"/>
        <c:auto val="1"/>
        <c:lblAlgn val="ctr"/>
        <c:lblOffset val="100"/>
        <c:noMultiLvlLbl val="0"/>
      </c:catAx>
      <c:valAx>
        <c:axId val="-207647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n-cs"/>
              </a:defRPr>
            </a:pPr>
            <a:endParaRPr lang="ko-KR"/>
          </a:p>
        </c:txPr>
        <c:crossAx val="-2076482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n>
            <a:solidFill>
              <a:schemeClr val="tx1">
                <a:alpha val="0"/>
              </a:schemeClr>
            </a:solidFill>
          </a:ln>
          <a:latin typeface="삼성긴고딕 Regular" panose="020B0600000101010101" pitchFamily="50" charset="-127"/>
          <a:ea typeface="삼성긴고딕 Regular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cat>
            <c:strRef>
              <c:f>Sheet1!$A$2:$A$15</c:f>
              <c:strCache>
                <c:ptCount val="14"/>
                <c:pt idx="0">
                  <c:v>11' 06/23</c:v>
                </c:pt>
                <c:pt idx="1">
                  <c:v>11' 3Q</c:v>
                </c:pt>
                <c:pt idx="2">
                  <c:v>11' 4Q</c:v>
                </c:pt>
                <c:pt idx="3">
                  <c:v>12' 1Q</c:v>
                </c:pt>
                <c:pt idx="4">
                  <c:v>12' 2Q</c:v>
                </c:pt>
                <c:pt idx="5">
                  <c:v>12' 7/26</c:v>
                </c:pt>
                <c:pt idx="6">
                  <c:v>12' 4Q</c:v>
                </c:pt>
                <c:pt idx="7">
                  <c:v>13' 1/18</c:v>
                </c:pt>
                <c:pt idx="8">
                  <c:v>13' 2Q</c:v>
                </c:pt>
                <c:pt idx="9">
                  <c:v>13' 7/21</c:v>
                </c:pt>
                <c:pt idx="10">
                  <c:v>13' 11/25</c:v>
                </c:pt>
                <c:pt idx="11">
                  <c:v>14' 1Q</c:v>
                </c:pt>
                <c:pt idx="12">
                  <c:v>14' 4/1</c:v>
                </c:pt>
                <c:pt idx="13">
                  <c:v>14' 3Q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5000000</c:v>
                </c:pt>
                <c:pt idx="2">
                  <c:v>10000000</c:v>
                </c:pt>
                <c:pt idx="3">
                  <c:v>30000000</c:v>
                </c:pt>
                <c:pt idx="4">
                  <c:v>40000000</c:v>
                </c:pt>
                <c:pt idx="5">
                  <c:v>50000000</c:v>
                </c:pt>
                <c:pt idx="6">
                  <c:v>70000000</c:v>
                </c:pt>
                <c:pt idx="7">
                  <c:v>100000000</c:v>
                </c:pt>
                <c:pt idx="8">
                  <c:v>150000000</c:v>
                </c:pt>
                <c:pt idx="9">
                  <c:v>200000000</c:v>
                </c:pt>
                <c:pt idx="10">
                  <c:v>300000000</c:v>
                </c:pt>
                <c:pt idx="11">
                  <c:v>350000000</c:v>
                </c:pt>
                <c:pt idx="12">
                  <c:v>400000000</c:v>
                </c:pt>
                <c:pt idx="13">
                  <c:v>500000000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0-4CB7-848D-ADA2B74EF2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5286448"/>
        <c:axId val="2105281888"/>
      </c:areaChart>
      <c:catAx>
        <c:axId val="2105286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tx2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2105281888"/>
        <c:crosses val="autoZero"/>
        <c:auto val="1"/>
        <c:lblAlgn val="ctr"/>
        <c:lblOffset val="100"/>
        <c:noMultiLvlLbl val="0"/>
      </c:catAx>
      <c:valAx>
        <c:axId val="210528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2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2105286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600">
          <a:latin typeface="삼성금융체 Bold" panose="02020803020101020101" pitchFamily="18" charset="-127"/>
          <a:ea typeface="삼성금융체 Bold" panose="02020803020101020101" pitchFamily="18" charset="-127"/>
        </a:defRPr>
      </a:pPr>
      <a:endParaRPr lang="ko-K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96-43EA-A64A-2FB67BF8125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96-43EA-A64A-2FB67BF8125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96-43EA-A64A-2FB67BF8125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96-43EA-A64A-2FB67BF8125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796-43EA-A64A-2FB67BF8125A}"/>
              </c:ext>
            </c:extLst>
          </c:dPt>
          <c:cat>
            <c:strRef>
              <c:f>Sheet1!$A$2:$A$6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30</c:v>
                </c:pt>
                <c:pt idx="2">
                  <c:v>15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796-43EA-A64A-2FB67BF81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53-4F0B-91CF-5526DD5C5B5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53-4F0B-91CF-5526DD5C5B5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53-4F0B-91CF-5526DD5C5B5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753-4F0B-91CF-5526DD5C5B53}"/>
              </c:ext>
            </c:extLst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10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753-4F0B-91CF-5526DD5C5B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E1-48F2-8326-8F0247E5FA0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E1-48F2-8326-8F0247E5FA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8E1-48F2-8326-8F0247E5FA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8E1-48F2-8326-8F0247E5FA0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8E1-48F2-8326-8F0247E5FA0D}"/>
              </c:ext>
            </c:extLst>
          </c:dPt>
          <c:cat>
            <c:strRef>
              <c:f>Sheet1!$A$2:$A$6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30</c:v>
                </c:pt>
                <c:pt idx="2">
                  <c:v>15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8E1-48F2-8326-8F0247E5F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81-42C3-AF13-5FE1670264ED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81-42C3-AF13-5FE1670264E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C81-42C3-AF13-5FE1670264E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C81-42C3-AF13-5FE1670264ED}"/>
              </c:ext>
            </c:extLst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10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81-42C3-AF13-5FE167026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1C-42ED-ADEF-240852D633B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1C-42ED-ADEF-240852D633B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F1C-42ED-ADEF-240852D633B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F1C-42ED-ADEF-240852D633B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F1C-42ED-ADEF-240852D633B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F1C-42ED-ADEF-240852D633B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F1C-42ED-ADEF-240852D633B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F1C-42ED-ADEF-240852D633B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F1C-42ED-ADEF-240852D633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삼성금융체 Bold" panose="02020803020101020101" pitchFamily="18" charset="-127"/>
                    <a:ea typeface="삼성금융체 Bold" panose="02020803020101020101" pitchFamily="18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LINE Q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  <c:pt idx="4">
                  <c:v>D</c:v>
                </c:pt>
                <c:pt idx="5">
                  <c:v>E</c:v>
                </c:pt>
                <c:pt idx="6">
                  <c:v>F</c:v>
                </c:pt>
                <c:pt idx="7">
                  <c:v>G</c:v>
                </c:pt>
                <c:pt idx="8">
                  <c:v>H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F1C-42ED-ADEF-240852D633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LINE Q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  <c:pt idx="4">
                  <c:v>D</c:v>
                </c:pt>
                <c:pt idx="5">
                  <c:v>E</c:v>
                </c:pt>
                <c:pt idx="6">
                  <c:v>F</c:v>
                </c:pt>
                <c:pt idx="7">
                  <c:v>G</c:v>
                </c:pt>
                <c:pt idx="8">
                  <c:v>H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13-BF1C-42ED-ADEF-240852D633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LINE Q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  <c:pt idx="4">
                  <c:v>D</c:v>
                </c:pt>
                <c:pt idx="5">
                  <c:v>E</c:v>
                </c:pt>
                <c:pt idx="6">
                  <c:v>F</c:v>
                </c:pt>
                <c:pt idx="7">
                  <c:v>G</c:v>
                </c:pt>
                <c:pt idx="8">
                  <c:v>H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14-BF1C-42ED-ADEF-240852D63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77080128"/>
        <c:axId val="-2076777360"/>
      </c:barChart>
      <c:catAx>
        <c:axId val="-207708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26262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6777360"/>
        <c:crosses val="autoZero"/>
        <c:auto val="1"/>
        <c:lblAlgn val="ctr"/>
        <c:lblOffset val="160"/>
        <c:noMultiLvlLbl val="0"/>
      </c:catAx>
      <c:valAx>
        <c:axId val="-20767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62626">
                  <a:alpha val="10000"/>
                </a:s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708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n>
            <a:solidFill>
              <a:schemeClr val="tx1">
                <a:alpha val="0"/>
              </a:schemeClr>
            </a:solidFill>
          </a:ln>
          <a:latin typeface="삼성금융체 Bold" panose="02020803020101020101" pitchFamily="18" charset="-127"/>
          <a:ea typeface="삼성금융체 Bold" panose="02020803020101020101" pitchFamily="18" charset="-127"/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6B-4A33-9550-FA2DA108F2EB}"/>
              </c:ext>
            </c:extLst>
          </c:dPt>
          <c:dPt>
            <c:idx val="1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6B-4A33-9550-FA2DA108F2EB}"/>
              </c:ext>
            </c:extLst>
          </c:dPt>
          <c:dPt>
            <c:idx val="2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6B-4A33-9550-FA2DA108F2EB}"/>
              </c:ext>
            </c:extLst>
          </c:dPt>
          <c:dPt>
            <c:idx val="3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26B-4A33-9550-FA2DA108F2EB}"/>
              </c:ext>
            </c:extLst>
          </c:dPt>
          <c:dPt>
            <c:idx val="4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26B-4A33-9550-FA2DA108F2EB}"/>
              </c:ext>
            </c:extLst>
          </c:dPt>
          <c:dPt>
            <c:idx val="5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26B-4A33-9550-FA2DA108F2EB}"/>
              </c:ext>
            </c:extLst>
          </c:dPt>
          <c:dPt>
            <c:idx val="6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26B-4A33-9550-FA2DA108F2EB}"/>
              </c:ext>
            </c:extLst>
          </c:dPt>
          <c:dPt>
            <c:idx val="7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26B-4A33-9550-FA2DA108F2EB}"/>
              </c:ext>
            </c:extLst>
          </c:dPt>
          <c:dPt>
            <c:idx val="8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26B-4A33-9550-FA2DA108F2EB}"/>
              </c:ext>
            </c:extLst>
          </c:dPt>
          <c:dPt>
            <c:idx val="9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26B-4A33-9550-FA2DA108F2EB}"/>
              </c:ext>
            </c:extLst>
          </c:dPt>
          <c:dPt>
            <c:idx val="10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26B-4A33-9550-FA2DA108F2EB}"/>
              </c:ext>
            </c:extLst>
          </c:dPt>
          <c:dPt>
            <c:idx val="11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26B-4A33-9550-FA2DA108F2EB}"/>
              </c:ext>
            </c:extLst>
          </c:dPt>
          <c:dPt>
            <c:idx val="12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26B-4A33-9550-FA2DA108F2EB}"/>
              </c:ext>
            </c:extLst>
          </c:dPt>
          <c:dPt>
            <c:idx val="13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26B-4A33-9550-FA2DA108F2EB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26B-4A33-9550-FA2DA108F2E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삼성금융체 Bold" panose="02020803020101020101" pitchFamily="18" charset="-127"/>
                    <a:ea typeface="삼성금융체 Bold" panose="02020803020101020101" pitchFamily="18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N Service</c:v>
                </c:pt>
                <c:pt idx="1">
                  <c:v>M Service</c:v>
                </c:pt>
                <c:pt idx="2">
                  <c:v>L Service</c:v>
                </c:pt>
                <c:pt idx="3">
                  <c:v>K Service</c:v>
                </c:pt>
                <c:pt idx="4">
                  <c:v>J Service</c:v>
                </c:pt>
                <c:pt idx="5">
                  <c:v>I Service</c:v>
                </c:pt>
                <c:pt idx="6">
                  <c:v>H Service</c:v>
                </c:pt>
                <c:pt idx="7">
                  <c:v>G Service</c:v>
                </c:pt>
                <c:pt idx="8">
                  <c:v>F Service</c:v>
                </c:pt>
                <c:pt idx="9">
                  <c:v>E Service</c:v>
                </c:pt>
                <c:pt idx="10">
                  <c:v>D Service</c:v>
                </c:pt>
                <c:pt idx="11">
                  <c:v>C Service</c:v>
                </c:pt>
                <c:pt idx="12">
                  <c:v>B Service</c:v>
                </c:pt>
                <c:pt idx="13">
                  <c:v>A Service</c:v>
                </c:pt>
                <c:pt idx="14">
                  <c:v>삼성화재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26B-4A33-9550-FA2DA108F2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N Service</c:v>
                </c:pt>
                <c:pt idx="1">
                  <c:v>M Service</c:v>
                </c:pt>
                <c:pt idx="2">
                  <c:v>L Service</c:v>
                </c:pt>
                <c:pt idx="3">
                  <c:v>K Service</c:v>
                </c:pt>
                <c:pt idx="4">
                  <c:v>J Service</c:v>
                </c:pt>
                <c:pt idx="5">
                  <c:v>I Service</c:v>
                </c:pt>
                <c:pt idx="6">
                  <c:v>H Service</c:v>
                </c:pt>
                <c:pt idx="7">
                  <c:v>G Service</c:v>
                </c:pt>
                <c:pt idx="8">
                  <c:v>F Service</c:v>
                </c:pt>
                <c:pt idx="9">
                  <c:v>E Service</c:v>
                </c:pt>
                <c:pt idx="10">
                  <c:v>D Service</c:v>
                </c:pt>
                <c:pt idx="11">
                  <c:v>C Service</c:v>
                </c:pt>
                <c:pt idx="12">
                  <c:v>B Service</c:v>
                </c:pt>
                <c:pt idx="13">
                  <c:v>A Service</c:v>
                </c:pt>
                <c:pt idx="14">
                  <c:v>삼성화재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</c:numCache>
            </c:numRef>
          </c:val>
          <c:extLst>
            <c:ext xmlns:c16="http://schemas.microsoft.com/office/drawing/2014/chart" uri="{C3380CC4-5D6E-409C-BE32-E72D297353CC}">
              <c16:uniqueId val="{0000001F-526B-4A33-9550-FA2DA108F2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N Service</c:v>
                </c:pt>
                <c:pt idx="1">
                  <c:v>M Service</c:v>
                </c:pt>
                <c:pt idx="2">
                  <c:v>L Service</c:v>
                </c:pt>
                <c:pt idx="3">
                  <c:v>K Service</c:v>
                </c:pt>
                <c:pt idx="4">
                  <c:v>J Service</c:v>
                </c:pt>
                <c:pt idx="5">
                  <c:v>I Service</c:v>
                </c:pt>
                <c:pt idx="6">
                  <c:v>H Service</c:v>
                </c:pt>
                <c:pt idx="7">
                  <c:v>G Service</c:v>
                </c:pt>
                <c:pt idx="8">
                  <c:v>F Service</c:v>
                </c:pt>
                <c:pt idx="9">
                  <c:v>E Service</c:v>
                </c:pt>
                <c:pt idx="10">
                  <c:v>D Service</c:v>
                </c:pt>
                <c:pt idx="11">
                  <c:v>C Service</c:v>
                </c:pt>
                <c:pt idx="12">
                  <c:v>B Service</c:v>
                </c:pt>
                <c:pt idx="13">
                  <c:v>A Service</c:v>
                </c:pt>
                <c:pt idx="14">
                  <c:v>삼성화재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</c:numCache>
            </c:numRef>
          </c:val>
          <c:extLst>
            <c:ext xmlns:c16="http://schemas.microsoft.com/office/drawing/2014/chart" uri="{C3380CC4-5D6E-409C-BE32-E72D297353CC}">
              <c16:uniqueId val="{00000020-526B-4A33-9550-FA2DA108F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-2077751968"/>
        <c:axId val="-2077774048"/>
      </c:barChart>
      <c:catAx>
        <c:axId val="-2077751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7774048"/>
        <c:crosses val="autoZero"/>
        <c:auto val="1"/>
        <c:lblAlgn val="ctr"/>
        <c:lblOffset val="100"/>
        <c:noMultiLvlLbl val="0"/>
      </c:catAx>
      <c:valAx>
        <c:axId val="-2077774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262626">
                  <a:alpha val="10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7751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n>
            <a:solidFill>
              <a:schemeClr val="tx1">
                <a:alpha val="0"/>
              </a:schemeClr>
            </a:solidFill>
          </a:ln>
          <a:latin typeface="삼성금융체 Bold" panose="02020803020101020101" pitchFamily="18" charset="-127"/>
          <a:ea typeface="삼성금융체 Bold" panose="02020803020101020101" pitchFamily="18" charset="-127"/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8AD-48E0-AA8F-9AA764C6BC12}"/>
              </c:ext>
            </c:extLst>
          </c:dPt>
          <c:cat>
            <c:strRef>
              <c:f>Sheet1!$A$2:$A$5</c:f>
              <c:strCache>
                <c:ptCount val="4"/>
                <c:pt idx="0">
                  <c:v>2015 1Q</c:v>
                </c:pt>
                <c:pt idx="1">
                  <c:v>2015 2Q</c:v>
                </c:pt>
                <c:pt idx="2">
                  <c:v>2015 4Q</c:v>
                </c:pt>
                <c:pt idx="3">
                  <c:v>2015 5Q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AD-48E0-AA8F-9AA764C6B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8AD-48E0-AA8F-9AA764C6BC12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8AD-48E0-AA8F-9AA764C6BC1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8AD-48E0-AA8F-9AA764C6BC1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8AD-48E0-AA8F-9AA764C6BC12}"/>
              </c:ext>
            </c:extLst>
          </c:dPt>
          <c:cat>
            <c:strRef>
              <c:f>Sheet1!$A$2:$A$5</c:f>
              <c:strCache>
                <c:ptCount val="4"/>
                <c:pt idx="0">
                  <c:v>2015 1Q</c:v>
                </c:pt>
                <c:pt idx="1">
                  <c:v>2015 2Q</c:v>
                </c:pt>
                <c:pt idx="2">
                  <c:v>2015 4Q</c:v>
                </c:pt>
                <c:pt idx="3">
                  <c:v>2015 5Q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8AD-48E0-AA8F-9AA764C6B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08AD-48E0-AA8F-9AA764C6BC1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08AD-48E0-AA8F-9AA764C6BC1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08AD-48E0-AA8F-9AA764C6BC12}"/>
              </c:ext>
            </c:extLst>
          </c:dPt>
          <c:cat>
            <c:strRef>
              <c:f>Sheet1!$A$2:$A$5</c:f>
              <c:strCache>
                <c:ptCount val="4"/>
                <c:pt idx="0">
                  <c:v>2015 1Q</c:v>
                </c:pt>
                <c:pt idx="1">
                  <c:v>2015 2Q</c:v>
                </c:pt>
                <c:pt idx="2">
                  <c:v>2015 4Q</c:v>
                </c:pt>
                <c:pt idx="3">
                  <c:v>2015 5Q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8AD-48E0-AA8F-9AA764C6B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76482816"/>
        <c:axId val="-2076479456"/>
      </c:lineChart>
      <c:catAx>
        <c:axId val="-2076482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n-cs"/>
              </a:defRPr>
            </a:pPr>
            <a:endParaRPr lang="ko-KR"/>
          </a:p>
        </c:txPr>
        <c:crossAx val="-2076479456"/>
        <c:crosses val="autoZero"/>
        <c:auto val="1"/>
        <c:lblAlgn val="ctr"/>
        <c:lblOffset val="100"/>
        <c:noMultiLvlLbl val="0"/>
      </c:catAx>
      <c:valAx>
        <c:axId val="-207647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n-cs"/>
              </a:defRPr>
            </a:pPr>
            <a:endParaRPr lang="ko-KR"/>
          </a:p>
        </c:txPr>
        <c:crossAx val="-2076482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n>
            <a:solidFill>
              <a:schemeClr val="tx1">
                <a:alpha val="0"/>
              </a:schemeClr>
            </a:solidFill>
          </a:ln>
          <a:latin typeface="삼성긴고딕 Regular" panose="020B0600000101010101" pitchFamily="50" charset="-127"/>
          <a:ea typeface="삼성긴고딕 Regular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cat>
            <c:strRef>
              <c:f>Sheet1!$A$2:$A$15</c:f>
              <c:strCache>
                <c:ptCount val="14"/>
                <c:pt idx="0">
                  <c:v>11' 06/23</c:v>
                </c:pt>
                <c:pt idx="1">
                  <c:v>11' 3Q</c:v>
                </c:pt>
                <c:pt idx="2">
                  <c:v>11' 4Q</c:v>
                </c:pt>
                <c:pt idx="3">
                  <c:v>12' 1Q</c:v>
                </c:pt>
                <c:pt idx="4">
                  <c:v>12' 2Q</c:v>
                </c:pt>
                <c:pt idx="5">
                  <c:v>12' 7/26</c:v>
                </c:pt>
                <c:pt idx="6">
                  <c:v>12' 4Q</c:v>
                </c:pt>
                <c:pt idx="7">
                  <c:v>13' 1/18</c:v>
                </c:pt>
                <c:pt idx="8">
                  <c:v>13' 2Q</c:v>
                </c:pt>
                <c:pt idx="9">
                  <c:v>13' 7/21</c:v>
                </c:pt>
                <c:pt idx="10">
                  <c:v>13' 11/25</c:v>
                </c:pt>
                <c:pt idx="11">
                  <c:v>14' 1Q</c:v>
                </c:pt>
                <c:pt idx="12">
                  <c:v>14' 4/1</c:v>
                </c:pt>
                <c:pt idx="13">
                  <c:v>14' 3Q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5000000</c:v>
                </c:pt>
                <c:pt idx="2">
                  <c:v>10000000</c:v>
                </c:pt>
                <c:pt idx="3">
                  <c:v>30000000</c:v>
                </c:pt>
                <c:pt idx="4">
                  <c:v>40000000</c:v>
                </c:pt>
                <c:pt idx="5">
                  <c:v>50000000</c:v>
                </c:pt>
                <c:pt idx="6">
                  <c:v>70000000</c:v>
                </c:pt>
                <c:pt idx="7">
                  <c:v>100000000</c:v>
                </c:pt>
                <c:pt idx="8">
                  <c:v>150000000</c:v>
                </c:pt>
                <c:pt idx="9">
                  <c:v>200000000</c:v>
                </c:pt>
                <c:pt idx="10">
                  <c:v>300000000</c:v>
                </c:pt>
                <c:pt idx="11">
                  <c:v>350000000</c:v>
                </c:pt>
                <c:pt idx="12">
                  <c:v>400000000</c:v>
                </c:pt>
                <c:pt idx="13">
                  <c:v>500000000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0-4CB7-848D-ADA2B74EF2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5286448"/>
        <c:axId val="2105281888"/>
      </c:areaChart>
      <c:catAx>
        <c:axId val="2105286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tx2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2105281888"/>
        <c:crosses val="autoZero"/>
        <c:auto val="1"/>
        <c:lblAlgn val="ctr"/>
        <c:lblOffset val="100"/>
        <c:noMultiLvlLbl val="0"/>
      </c:catAx>
      <c:valAx>
        <c:axId val="210528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2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2105286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600">
          <a:latin typeface="삼성금융체 Bold" panose="02020803020101020101" pitchFamily="18" charset="-127"/>
          <a:ea typeface="삼성금융체 Bold" panose="02020803020101020101" pitchFamily="18" charset="-127"/>
        </a:defRPr>
      </a:pPr>
      <a:endParaRPr lang="ko-K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FF-41E6-A018-68947D83B60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FF-41E6-A018-68947D83B6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FF-41E6-A018-68947D83B60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FF-41E6-A018-68947D83B60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8FF-41E6-A018-68947D83B605}"/>
              </c:ext>
            </c:extLst>
          </c:dPt>
          <c:cat>
            <c:strRef>
              <c:f>Sheet1!$A$2:$A$6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30</c:v>
                </c:pt>
                <c:pt idx="2">
                  <c:v>15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8FF-41E6-A018-68947D83B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97-488A-97BB-6EBE008830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97-488A-97BB-6EBE0088309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97-488A-97BB-6EBE0088309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D97-488A-97BB-6EBE00883094}"/>
              </c:ext>
            </c:extLst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10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97-488A-97BB-6EBE008830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E1-48F2-8326-8F0247E5FA0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E1-48F2-8326-8F0247E5FA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8E1-48F2-8326-8F0247E5FA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8E1-48F2-8326-8F0247E5FA0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8E1-48F2-8326-8F0247E5FA0D}"/>
              </c:ext>
            </c:extLst>
          </c:dPt>
          <c:cat>
            <c:strRef>
              <c:f>Sheet1!$A$2:$A$6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30</c:v>
                </c:pt>
                <c:pt idx="2">
                  <c:v>15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8E1-48F2-8326-8F0247E5F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81-42C3-AF13-5FE1670264ED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81-42C3-AF13-5FE1670264E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C81-42C3-AF13-5FE1670264E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C81-42C3-AF13-5FE1670264ED}"/>
              </c:ext>
            </c:extLst>
          </c:dPt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10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81-42C3-AF13-5FE167026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1C-42ED-ADEF-240852D633B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1C-42ED-ADEF-240852D633B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F1C-42ED-ADEF-240852D633B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F1C-42ED-ADEF-240852D633B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F1C-42ED-ADEF-240852D633B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F1C-42ED-ADEF-240852D633B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F1C-42ED-ADEF-240852D633B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F1C-42ED-ADEF-240852D633B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F1C-42ED-ADEF-240852D633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삼성금융체 Bold" panose="02020803020101020101" pitchFamily="18" charset="-127"/>
                    <a:ea typeface="삼성금융체 Bold" panose="02020803020101020101" pitchFamily="18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LINE Q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  <c:pt idx="4">
                  <c:v>D</c:v>
                </c:pt>
                <c:pt idx="5">
                  <c:v>E</c:v>
                </c:pt>
                <c:pt idx="6">
                  <c:v>F</c:v>
                </c:pt>
                <c:pt idx="7">
                  <c:v>G</c:v>
                </c:pt>
                <c:pt idx="8">
                  <c:v>H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F1C-42ED-ADEF-240852D633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LINE Q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  <c:pt idx="4">
                  <c:v>D</c:v>
                </c:pt>
                <c:pt idx="5">
                  <c:v>E</c:v>
                </c:pt>
                <c:pt idx="6">
                  <c:v>F</c:v>
                </c:pt>
                <c:pt idx="7">
                  <c:v>G</c:v>
                </c:pt>
                <c:pt idx="8">
                  <c:v>H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13-BF1C-42ED-ADEF-240852D633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LINE Q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  <c:pt idx="4">
                  <c:v>D</c:v>
                </c:pt>
                <c:pt idx="5">
                  <c:v>E</c:v>
                </c:pt>
                <c:pt idx="6">
                  <c:v>F</c:v>
                </c:pt>
                <c:pt idx="7">
                  <c:v>G</c:v>
                </c:pt>
                <c:pt idx="8">
                  <c:v>H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14-BF1C-42ED-ADEF-240852D63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77080128"/>
        <c:axId val="-2076777360"/>
      </c:barChart>
      <c:catAx>
        <c:axId val="-207708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26262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6777360"/>
        <c:crosses val="autoZero"/>
        <c:auto val="1"/>
        <c:lblAlgn val="ctr"/>
        <c:lblOffset val="160"/>
        <c:noMultiLvlLbl val="0"/>
      </c:catAx>
      <c:valAx>
        <c:axId val="-207677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262626">
                  <a:alpha val="10000"/>
                </a:s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708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n>
            <a:solidFill>
              <a:schemeClr val="tx1">
                <a:alpha val="0"/>
              </a:schemeClr>
            </a:solidFill>
          </a:ln>
          <a:latin typeface="삼성금융체 Bold" panose="02020803020101020101" pitchFamily="18" charset="-127"/>
          <a:ea typeface="삼성금융체 Bold" panose="02020803020101020101" pitchFamily="18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6B-4A33-9550-FA2DA108F2EB}"/>
              </c:ext>
            </c:extLst>
          </c:dPt>
          <c:dPt>
            <c:idx val="1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6B-4A33-9550-FA2DA108F2EB}"/>
              </c:ext>
            </c:extLst>
          </c:dPt>
          <c:dPt>
            <c:idx val="2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6B-4A33-9550-FA2DA108F2EB}"/>
              </c:ext>
            </c:extLst>
          </c:dPt>
          <c:dPt>
            <c:idx val="3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26B-4A33-9550-FA2DA108F2EB}"/>
              </c:ext>
            </c:extLst>
          </c:dPt>
          <c:dPt>
            <c:idx val="4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26B-4A33-9550-FA2DA108F2EB}"/>
              </c:ext>
            </c:extLst>
          </c:dPt>
          <c:dPt>
            <c:idx val="5"/>
            <c:invertIfNegative val="0"/>
            <c:bubble3D val="0"/>
            <c:spPr>
              <a:solidFill>
                <a:srgbClr val="444444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26B-4A33-9550-FA2DA108F2EB}"/>
              </c:ext>
            </c:extLst>
          </c:dPt>
          <c:dPt>
            <c:idx val="6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26B-4A33-9550-FA2DA108F2EB}"/>
              </c:ext>
            </c:extLst>
          </c:dPt>
          <c:dPt>
            <c:idx val="7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26B-4A33-9550-FA2DA108F2EB}"/>
              </c:ext>
            </c:extLst>
          </c:dPt>
          <c:dPt>
            <c:idx val="8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26B-4A33-9550-FA2DA108F2EB}"/>
              </c:ext>
            </c:extLst>
          </c:dPt>
          <c:dPt>
            <c:idx val="9"/>
            <c:invertIfNegative val="0"/>
            <c:bubble3D val="0"/>
            <c:spPr>
              <a:solidFill>
                <a:srgbClr val="444444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26B-4A33-9550-FA2DA108F2EB}"/>
              </c:ext>
            </c:extLst>
          </c:dPt>
          <c:dPt>
            <c:idx val="10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26B-4A33-9550-FA2DA108F2EB}"/>
              </c:ext>
            </c:extLst>
          </c:dPt>
          <c:dPt>
            <c:idx val="11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26B-4A33-9550-FA2DA108F2EB}"/>
              </c:ext>
            </c:extLst>
          </c:dPt>
          <c:dPt>
            <c:idx val="12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26B-4A33-9550-FA2DA108F2EB}"/>
              </c:ext>
            </c:extLst>
          </c:dPt>
          <c:dPt>
            <c:idx val="13"/>
            <c:invertIfNegative val="0"/>
            <c:bubble3D val="0"/>
            <c:spPr>
              <a:solidFill>
                <a:srgbClr val="444444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26B-4A33-9550-FA2DA108F2EB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26B-4A33-9550-FA2DA108F2E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삼성금융체 Bold" panose="02020803020101020101" pitchFamily="18" charset="-127"/>
                    <a:ea typeface="삼성금융체 Bold" panose="02020803020101020101" pitchFamily="18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N Service</c:v>
                </c:pt>
                <c:pt idx="1">
                  <c:v>M Service</c:v>
                </c:pt>
                <c:pt idx="2">
                  <c:v>L Service</c:v>
                </c:pt>
                <c:pt idx="3">
                  <c:v>K Service</c:v>
                </c:pt>
                <c:pt idx="4">
                  <c:v>J Service</c:v>
                </c:pt>
                <c:pt idx="5">
                  <c:v>I Service</c:v>
                </c:pt>
                <c:pt idx="6">
                  <c:v>H Service</c:v>
                </c:pt>
                <c:pt idx="7">
                  <c:v>G Service</c:v>
                </c:pt>
                <c:pt idx="8">
                  <c:v>F Service</c:v>
                </c:pt>
                <c:pt idx="9">
                  <c:v>E Service</c:v>
                </c:pt>
                <c:pt idx="10">
                  <c:v>D Service</c:v>
                </c:pt>
                <c:pt idx="11">
                  <c:v>C Service</c:v>
                </c:pt>
                <c:pt idx="12">
                  <c:v>B Service</c:v>
                </c:pt>
                <c:pt idx="13">
                  <c:v>A Service</c:v>
                </c:pt>
                <c:pt idx="14">
                  <c:v>삼성화재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26B-4A33-9550-FA2DA108F2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N Service</c:v>
                </c:pt>
                <c:pt idx="1">
                  <c:v>M Service</c:v>
                </c:pt>
                <c:pt idx="2">
                  <c:v>L Service</c:v>
                </c:pt>
                <c:pt idx="3">
                  <c:v>K Service</c:v>
                </c:pt>
                <c:pt idx="4">
                  <c:v>J Service</c:v>
                </c:pt>
                <c:pt idx="5">
                  <c:v>I Service</c:v>
                </c:pt>
                <c:pt idx="6">
                  <c:v>H Service</c:v>
                </c:pt>
                <c:pt idx="7">
                  <c:v>G Service</c:v>
                </c:pt>
                <c:pt idx="8">
                  <c:v>F Service</c:v>
                </c:pt>
                <c:pt idx="9">
                  <c:v>E Service</c:v>
                </c:pt>
                <c:pt idx="10">
                  <c:v>D Service</c:v>
                </c:pt>
                <c:pt idx="11">
                  <c:v>C Service</c:v>
                </c:pt>
                <c:pt idx="12">
                  <c:v>B Service</c:v>
                </c:pt>
                <c:pt idx="13">
                  <c:v>A Service</c:v>
                </c:pt>
                <c:pt idx="14">
                  <c:v>삼성화재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</c:numCache>
            </c:numRef>
          </c:val>
          <c:extLst>
            <c:ext xmlns:c16="http://schemas.microsoft.com/office/drawing/2014/chart" uri="{C3380CC4-5D6E-409C-BE32-E72D297353CC}">
              <c16:uniqueId val="{0000001F-526B-4A33-9550-FA2DA108F2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N Service</c:v>
                </c:pt>
                <c:pt idx="1">
                  <c:v>M Service</c:v>
                </c:pt>
                <c:pt idx="2">
                  <c:v>L Service</c:v>
                </c:pt>
                <c:pt idx="3">
                  <c:v>K Service</c:v>
                </c:pt>
                <c:pt idx="4">
                  <c:v>J Service</c:v>
                </c:pt>
                <c:pt idx="5">
                  <c:v>I Service</c:v>
                </c:pt>
                <c:pt idx="6">
                  <c:v>H Service</c:v>
                </c:pt>
                <c:pt idx="7">
                  <c:v>G Service</c:v>
                </c:pt>
                <c:pt idx="8">
                  <c:v>F Service</c:v>
                </c:pt>
                <c:pt idx="9">
                  <c:v>E Service</c:v>
                </c:pt>
                <c:pt idx="10">
                  <c:v>D Service</c:v>
                </c:pt>
                <c:pt idx="11">
                  <c:v>C Service</c:v>
                </c:pt>
                <c:pt idx="12">
                  <c:v>B Service</c:v>
                </c:pt>
                <c:pt idx="13">
                  <c:v>A Service</c:v>
                </c:pt>
                <c:pt idx="14">
                  <c:v>삼성화재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</c:numCache>
            </c:numRef>
          </c:val>
          <c:extLst>
            <c:ext xmlns:c16="http://schemas.microsoft.com/office/drawing/2014/chart" uri="{C3380CC4-5D6E-409C-BE32-E72D297353CC}">
              <c16:uniqueId val="{00000020-526B-4A33-9550-FA2DA108F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-2077751968"/>
        <c:axId val="-2077774048"/>
      </c:barChart>
      <c:catAx>
        <c:axId val="-2077751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7774048"/>
        <c:crosses val="autoZero"/>
        <c:auto val="1"/>
        <c:lblAlgn val="ctr"/>
        <c:lblOffset val="100"/>
        <c:noMultiLvlLbl val="0"/>
      </c:catAx>
      <c:valAx>
        <c:axId val="-2077774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262626">
                  <a:alpha val="10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+mn-cs"/>
              </a:defRPr>
            </a:pPr>
            <a:endParaRPr lang="ko-KR"/>
          </a:p>
        </c:txPr>
        <c:crossAx val="-2077751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n>
            <a:solidFill>
              <a:schemeClr val="tx1">
                <a:alpha val="0"/>
              </a:schemeClr>
            </a:solidFill>
          </a:ln>
          <a:latin typeface="삼성금융체 Bold" panose="02020803020101020101" pitchFamily="18" charset="-127"/>
          <a:ea typeface="삼성금융체 Bold" panose="02020803020101020101" pitchFamily="18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40000"/>
            <a:lumOff val="60000"/>
          </a:schemeClr>
        </a:solidFill>
        <a:round/>
      </a:ln>
    </cs:spPr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40000"/>
            <a:lumOff val="60000"/>
          </a:schemeClr>
        </a:solidFill>
        <a:round/>
      </a:ln>
    </cs:spPr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0.97001</cdr:x>
      <cdr:y>0.15643</cdr:y>
    </cdr:from>
    <cdr:to>
      <cdr:x>0.98945</cdr:x>
      <cdr:y>0.19454</cdr:y>
    </cdr:to>
    <cdr:sp macro="" textlink="">
      <cdr:nvSpPr>
        <cdr:cNvPr id="8" name="타원 7"/>
        <cdr:cNvSpPr/>
      </cdr:nvSpPr>
      <cdr:spPr>
        <a:xfrm xmlns:a="http://schemas.openxmlformats.org/drawingml/2006/main">
          <a:off x="10033951" y="824980"/>
          <a:ext cx="201017" cy="20101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5715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0.8997</cdr:x>
      <cdr:y>0.30916</cdr:y>
    </cdr:from>
    <cdr:to>
      <cdr:x>0.9116</cdr:x>
      <cdr:y>0.3325</cdr:y>
    </cdr:to>
    <cdr:sp macro="" textlink="">
      <cdr:nvSpPr>
        <cdr:cNvPr id="9" name="타원 8"/>
        <cdr:cNvSpPr/>
      </cdr:nvSpPr>
      <cdr:spPr>
        <a:xfrm xmlns:a="http://schemas.openxmlformats.org/drawingml/2006/main">
          <a:off x="9306669" y="1630482"/>
          <a:ext cx="123081" cy="123081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0.76832</cdr:x>
      <cdr:y>0.44212</cdr:y>
    </cdr:from>
    <cdr:to>
      <cdr:x>0.78022</cdr:x>
      <cdr:y>0.46546</cdr:y>
    </cdr:to>
    <cdr:sp macro="" textlink="">
      <cdr:nvSpPr>
        <cdr:cNvPr id="10" name="타원 9"/>
        <cdr:cNvSpPr/>
      </cdr:nvSpPr>
      <cdr:spPr>
        <a:xfrm xmlns:a="http://schemas.openxmlformats.org/drawingml/2006/main">
          <a:off x="5745524" y="1685642"/>
          <a:ext cx="88989" cy="88986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0.69638</cdr:x>
      <cdr:y>0.57727</cdr:y>
    </cdr:from>
    <cdr:to>
      <cdr:x>0.70828</cdr:x>
      <cdr:y>0.60061</cdr:y>
    </cdr:to>
    <cdr:sp macro="" textlink="">
      <cdr:nvSpPr>
        <cdr:cNvPr id="11" name="타원 10"/>
        <cdr:cNvSpPr/>
      </cdr:nvSpPr>
      <cdr:spPr>
        <a:xfrm xmlns:a="http://schemas.openxmlformats.org/drawingml/2006/main">
          <a:off x="5207556" y="2200913"/>
          <a:ext cx="88989" cy="88986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0.55611</cdr:x>
      <cdr:y>0.72098</cdr:y>
    </cdr:from>
    <cdr:to>
      <cdr:x>0.56801</cdr:x>
      <cdr:y>0.74432</cdr:y>
    </cdr:to>
    <cdr:sp macro="" textlink="">
      <cdr:nvSpPr>
        <cdr:cNvPr id="12" name="타원 11"/>
        <cdr:cNvSpPr/>
      </cdr:nvSpPr>
      <cdr:spPr>
        <a:xfrm xmlns:a="http://schemas.openxmlformats.org/drawingml/2006/main">
          <a:off x="4158600" y="2748818"/>
          <a:ext cx="88989" cy="8898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0.41754</cdr:x>
      <cdr:y>0.78995</cdr:y>
    </cdr:from>
    <cdr:to>
      <cdr:x>0.42944</cdr:x>
      <cdr:y>0.81329</cdr:y>
    </cdr:to>
    <cdr:sp macro="" textlink="">
      <cdr:nvSpPr>
        <cdr:cNvPr id="13" name="타원 12"/>
        <cdr:cNvSpPr/>
      </cdr:nvSpPr>
      <cdr:spPr>
        <a:xfrm xmlns:a="http://schemas.openxmlformats.org/drawingml/2006/main">
          <a:off x="3122390" y="3011780"/>
          <a:ext cx="88989" cy="8898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0.97001</cdr:x>
      <cdr:y>0.15643</cdr:y>
    </cdr:from>
    <cdr:to>
      <cdr:x>0.98945</cdr:x>
      <cdr:y>0.19454</cdr:y>
    </cdr:to>
    <cdr:sp macro="" textlink="">
      <cdr:nvSpPr>
        <cdr:cNvPr id="8" name="타원 7"/>
        <cdr:cNvSpPr/>
      </cdr:nvSpPr>
      <cdr:spPr>
        <a:xfrm xmlns:a="http://schemas.openxmlformats.org/drawingml/2006/main">
          <a:off x="10033951" y="824980"/>
          <a:ext cx="201017" cy="20101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5715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0.8997</cdr:x>
      <cdr:y>0.30916</cdr:y>
    </cdr:from>
    <cdr:to>
      <cdr:x>0.9116</cdr:x>
      <cdr:y>0.3325</cdr:y>
    </cdr:to>
    <cdr:sp macro="" textlink="">
      <cdr:nvSpPr>
        <cdr:cNvPr id="9" name="타원 8"/>
        <cdr:cNvSpPr/>
      </cdr:nvSpPr>
      <cdr:spPr>
        <a:xfrm xmlns:a="http://schemas.openxmlformats.org/drawingml/2006/main">
          <a:off x="9306669" y="1630482"/>
          <a:ext cx="123081" cy="123081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0.76832</cdr:x>
      <cdr:y>0.44212</cdr:y>
    </cdr:from>
    <cdr:to>
      <cdr:x>0.78022</cdr:x>
      <cdr:y>0.46546</cdr:y>
    </cdr:to>
    <cdr:sp macro="" textlink="">
      <cdr:nvSpPr>
        <cdr:cNvPr id="10" name="타원 9"/>
        <cdr:cNvSpPr/>
      </cdr:nvSpPr>
      <cdr:spPr>
        <a:xfrm xmlns:a="http://schemas.openxmlformats.org/drawingml/2006/main">
          <a:off x="5745524" y="1685642"/>
          <a:ext cx="88989" cy="88986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0.69638</cdr:x>
      <cdr:y>0.57727</cdr:y>
    </cdr:from>
    <cdr:to>
      <cdr:x>0.70828</cdr:x>
      <cdr:y>0.60061</cdr:y>
    </cdr:to>
    <cdr:sp macro="" textlink="">
      <cdr:nvSpPr>
        <cdr:cNvPr id="11" name="타원 10"/>
        <cdr:cNvSpPr/>
      </cdr:nvSpPr>
      <cdr:spPr>
        <a:xfrm xmlns:a="http://schemas.openxmlformats.org/drawingml/2006/main">
          <a:off x="5207556" y="2200913"/>
          <a:ext cx="88989" cy="88986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0.55611</cdr:x>
      <cdr:y>0.72098</cdr:y>
    </cdr:from>
    <cdr:to>
      <cdr:x>0.56801</cdr:x>
      <cdr:y>0.74432</cdr:y>
    </cdr:to>
    <cdr:sp macro="" textlink="">
      <cdr:nvSpPr>
        <cdr:cNvPr id="12" name="타원 11"/>
        <cdr:cNvSpPr/>
      </cdr:nvSpPr>
      <cdr:spPr>
        <a:xfrm xmlns:a="http://schemas.openxmlformats.org/drawingml/2006/main">
          <a:off x="4158600" y="2748818"/>
          <a:ext cx="88989" cy="8898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  <cdr:relSizeAnchor xmlns:cdr="http://schemas.openxmlformats.org/drawingml/2006/chartDrawing">
    <cdr:from>
      <cdr:x>0.41754</cdr:x>
      <cdr:y>0.78995</cdr:y>
    </cdr:from>
    <cdr:to>
      <cdr:x>0.42944</cdr:x>
      <cdr:y>0.81329</cdr:y>
    </cdr:to>
    <cdr:sp macro="" textlink="">
      <cdr:nvSpPr>
        <cdr:cNvPr id="13" name="타원 12"/>
        <cdr:cNvSpPr/>
      </cdr:nvSpPr>
      <cdr:spPr>
        <a:xfrm xmlns:a="http://schemas.openxmlformats.org/drawingml/2006/main">
          <a:off x="3122390" y="3011780"/>
          <a:ext cx="88989" cy="88987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 w="38100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ko-KR" altLang="en-US" b="1" dirty="0">
            <a:latin typeface="삼성금융체 Bold" panose="02020803020101020101" pitchFamily="18" charset="-127"/>
            <a:ea typeface="삼성금융체 Bold" panose="02020803020101020101" pitchFamily="18" charset="-127"/>
            <a:cs typeface="LINE Seed Bold" panose="020B0503020203020204" pitchFamily="34" charset="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39375A8-DFEE-487E-BD3E-EA5E1CE8A1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3288" y="1585659"/>
            <a:ext cx="10738713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288" y="3992880"/>
            <a:ext cx="10738712" cy="93573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60000" y="6299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0"/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171" y="6299999"/>
            <a:ext cx="2742565" cy="365512"/>
          </a:xfrm>
          <a:prstGeom prst="rect">
            <a:avLst/>
          </a:prstGeom>
        </p:spPr>
        <p:txBody>
          <a:bodyPr/>
          <a:lstStyle>
            <a:lvl1pPr algn="l">
              <a:defRPr spc="0"/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686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293665B-7D29-4ACC-B2C0-F4AAFB60DC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400" y="1199060"/>
            <a:ext cx="10515600" cy="1325563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68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0AA244-57E2-401F-98E1-9E4803A98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" y="0"/>
            <a:ext cx="12188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8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D92630C-DEB0-4757-A41D-43CE3AF7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533" y="1448499"/>
            <a:ext cx="10748467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534" y="3848100"/>
            <a:ext cx="10748465" cy="108051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60000" y="6299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0"/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171" y="6299999"/>
            <a:ext cx="2742565" cy="365512"/>
          </a:xfrm>
          <a:prstGeom prst="rect">
            <a:avLst/>
          </a:prstGeom>
        </p:spPr>
        <p:txBody>
          <a:bodyPr/>
          <a:lstStyle>
            <a:lvl1pPr algn="l">
              <a:defRPr spc="0"/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82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B6B4562-2AAF-45D8-B182-72D4268B30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400" y="1199060"/>
            <a:ext cx="10515600" cy="1325563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57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BDD71B-6AC1-486E-B750-3A84D9F60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533" y="1448499"/>
            <a:ext cx="10748467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534" y="3848100"/>
            <a:ext cx="10748465" cy="108051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60000" y="6299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0"/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171" y="6299999"/>
            <a:ext cx="2742565" cy="365512"/>
          </a:xfrm>
          <a:prstGeom prst="rect">
            <a:avLst/>
          </a:prstGeom>
        </p:spPr>
        <p:txBody>
          <a:bodyPr/>
          <a:lstStyle>
            <a:lvl1pPr algn="l">
              <a:defRPr spc="0"/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50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E3D05B0-302A-4BD7-8FDA-1E26DD13AE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400" y="1199060"/>
            <a:ext cx="10515600" cy="1325563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8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667F9E-CAE9-4A4C-971A-F517E76C5D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533" y="1448499"/>
            <a:ext cx="10748467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534" y="3848100"/>
            <a:ext cx="10748465" cy="108051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60000" y="6299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0"/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171" y="6299999"/>
            <a:ext cx="2742565" cy="365512"/>
          </a:xfrm>
          <a:prstGeom prst="rect">
            <a:avLst/>
          </a:prstGeom>
        </p:spPr>
        <p:txBody>
          <a:bodyPr/>
          <a:lstStyle>
            <a:lvl1pPr algn="l">
              <a:defRPr spc="0"/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2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C7A5737-B6F0-4DBC-A6B5-05AA6BCCDB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400" y="1199060"/>
            <a:ext cx="10515600" cy="1325563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9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F59CDF-E44B-4F36-8DD4-27BFE7E72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533" y="1448499"/>
            <a:ext cx="10748467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534" y="3848100"/>
            <a:ext cx="10748465" cy="108051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60000" y="6299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0"/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171" y="6299999"/>
            <a:ext cx="2742565" cy="365512"/>
          </a:xfrm>
          <a:prstGeom prst="rect">
            <a:avLst/>
          </a:prstGeom>
        </p:spPr>
        <p:txBody>
          <a:bodyPr/>
          <a:lstStyle>
            <a:lvl1pPr algn="l">
              <a:defRPr spc="0"/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98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E2CF535-3FCE-4AB8-B407-0CCDD2AD64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400" y="1199060"/>
            <a:ext cx="10515600" cy="1325563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933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3265F37-2D8A-4A40-8927-2767F01A87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3288" y="1585659"/>
            <a:ext cx="10738713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288" y="3992880"/>
            <a:ext cx="10738712" cy="93573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60000" y="6299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0"/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171" y="6299999"/>
            <a:ext cx="2742565" cy="365512"/>
          </a:xfrm>
          <a:prstGeom prst="rect">
            <a:avLst/>
          </a:prstGeom>
        </p:spPr>
        <p:txBody>
          <a:bodyPr/>
          <a:lstStyle>
            <a:lvl1pPr algn="l">
              <a:defRPr spc="0"/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83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BE5CB96-3F0F-4B9D-854F-741C5FB94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400" y="1199060"/>
            <a:ext cx="10515600" cy="1325563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61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318C-961D-4FFB-A336-3F229E4C9E6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9C7D-4748-4066-91D8-D93635BE10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0AA244-57E2-401F-98E1-9E4803A98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" y="0"/>
            <a:ext cx="12188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1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20000"/>
              </a:lnSpc>
              <a:defRPr sz="800" spc="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20000"/>
              </a:lnSpc>
              <a:defRPr sz="800" spc="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9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763" r:id="rId3"/>
    <p:sldLayoutId id="2147483669" r:id="rId4"/>
    <p:sldLayoutId id="2147483670" r:id="rId5"/>
    <p:sldLayoutId id="2147483684" r:id="rId6"/>
    <p:sldLayoutId id="2147483685" r:id="rId7"/>
    <p:sldLayoutId id="2147483675" r:id="rId8"/>
    <p:sldLayoutId id="2147483676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0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60000" y="63000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20000"/>
              </a:lnSpc>
              <a:defRPr sz="800" spc="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3ED8318C-961D-4FFB-A336-3F229E4C9E66}" type="datetimeFigureOut">
              <a:rPr lang="ko-KR" altLang="en-US" smtClean="0"/>
              <a:pPr/>
              <a:t>2026-08-27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00" y="63000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20000"/>
              </a:lnSpc>
              <a:defRPr sz="800" spc="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D66B9C7D-4748-4066-91D8-D93635BE101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</p:sldLayoutIdLst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0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-100" baseline="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9EFE06-99E0-469A-9AD7-8E2409B4367D}"/>
              </a:ext>
            </a:extLst>
          </p:cNvPr>
          <p:cNvSpPr txBox="1"/>
          <p:nvPr/>
        </p:nvSpPr>
        <p:spPr>
          <a:xfrm>
            <a:off x="847061" y="789055"/>
            <a:ext cx="5156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2. </a:t>
            </a:r>
            <a:r>
              <a:rPr lang="ko-KR" altLang="en-US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라인</a:t>
            </a:r>
            <a:r>
              <a:rPr lang="en-US" altLang="ko-KR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_</a:t>
            </a:r>
            <a:r>
              <a:rPr lang="ko-KR" altLang="en-US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곡선</a:t>
            </a:r>
          </a:p>
        </p:txBody>
      </p:sp>
    </p:spTree>
    <p:extLst>
      <p:ext uri="{BB962C8B-B14F-4D97-AF65-F5344CB8AC3E}">
        <p14:creationId xmlns:p14="http://schemas.microsoft.com/office/powerpoint/2010/main" val="1126805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6F50688-4E5B-4C38-B8BB-C28526CFA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>
                <a:solidFill>
                  <a:schemeClr val="accent1"/>
                </a:solidFill>
              </a:rPr>
              <a:t>보고자료</a:t>
            </a:r>
            <a:br>
              <a:rPr lang="en-US" altLang="ko-KR">
                <a:solidFill>
                  <a:schemeClr val="accent1"/>
                </a:solidFill>
              </a:rPr>
            </a:br>
            <a:r>
              <a:rPr lang="en-US" altLang="ko-KR">
                <a:solidFill>
                  <a:schemeClr val="accent1"/>
                </a:solidFill>
              </a:rPr>
              <a:t>2</a:t>
            </a:r>
            <a:r>
              <a:rPr lang="ko-KR" altLang="en-US">
                <a:solidFill>
                  <a:schemeClr val="accent1"/>
                </a:solidFill>
              </a:rPr>
              <a:t>줄 타이틀 공간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D5B3783-AEDD-45DB-A5DE-5CCCE19A3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브랜드전략파트</a:t>
            </a:r>
          </a:p>
        </p:txBody>
      </p:sp>
    </p:spTree>
    <p:extLst>
      <p:ext uri="{BB962C8B-B14F-4D97-AF65-F5344CB8AC3E}">
        <p14:creationId xmlns:p14="http://schemas.microsoft.com/office/powerpoint/2010/main" val="147778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3E752623-55DA-4B5B-8D3B-2BF9EB331DDD}"/>
              </a:ext>
            </a:extLst>
          </p:cNvPr>
          <p:cNvGraphicFramePr/>
          <p:nvPr/>
        </p:nvGraphicFramePr>
        <p:xfrm>
          <a:off x="6401491" y="2370037"/>
          <a:ext cx="3809309" cy="3079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내용 개체 틀 13">
            <a:extLst>
              <a:ext uri="{FF2B5EF4-FFF2-40B4-BE49-F238E27FC236}">
                <a16:creationId xmlns:a16="http://schemas.microsoft.com/office/drawing/2014/main" id="{A21F9EE3-F931-4444-BCA4-5F7A9CEBA08A}"/>
              </a:ext>
            </a:extLst>
          </p:cNvPr>
          <p:cNvSpPr txBox="1">
            <a:spLocks/>
          </p:cNvSpPr>
          <p:nvPr/>
        </p:nvSpPr>
        <p:spPr>
          <a:xfrm>
            <a:off x="2313041" y="3572336"/>
            <a:ext cx="4026309" cy="2179535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58410" tIns="29205" rIns="58410" bIns="29205" rtlCol="0" anchor="t">
            <a:noAutofit/>
          </a:bodyPr>
          <a:lstStyle>
            <a:defPPr>
              <a:defRPr lang="ko-KR"/>
            </a:defPPr>
            <a:lvl1pPr marL="0" indent="-228600" algn="l" defTabSz="778897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spc="-100" baseline="0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89405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809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213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618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021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426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5830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235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금융복합기업집단의 감독에 관한 법률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조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항 </a:t>
            </a:r>
            <a:endParaRPr kumimoji="1" lang="en-US" altLang="ko-KR" sz="105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accent6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국내 소속금융회사의 대주주가 자기 또는 제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자의 계산으로 해당 금융회사와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50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억원 이상의 내부거래를 하려는 경우 미리 이사회에 해당 거래의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 경우 이사회의 승인은 재적 이사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분의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2 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이상의 찬성으로 하여야 하고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, </a:t>
            </a: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그 거래의 내용과 절차는 공정해야 함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FEDC28-2799-4DC2-A5D1-139F82FBE7B0}"/>
              </a:ext>
            </a:extLst>
          </p:cNvPr>
          <p:cNvSpPr txBox="1">
            <a:spLocks/>
          </p:cNvSpPr>
          <p:nvPr/>
        </p:nvSpPr>
        <p:spPr>
          <a:xfrm>
            <a:off x="2231923" y="2157413"/>
            <a:ext cx="41148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0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j-cs"/>
              </a:defRPr>
            </a:lvl1pPr>
          </a:lstStyle>
          <a:p>
            <a:r>
              <a:rPr lang="ko-KR" altLang="en-US"/>
              <a:t>계약 사항 및</a:t>
            </a:r>
            <a:br>
              <a:rPr lang="en-US" altLang="ko-KR"/>
            </a:br>
            <a:r>
              <a:rPr lang="ko-KR" altLang="en-US"/>
              <a:t>환급예정 계좌</a:t>
            </a:r>
          </a:p>
        </p:txBody>
      </p:sp>
    </p:spTree>
    <p:extLst>
      <p:ext uri="{BB962C8B-B14F-4D97-AF65-F5344CB8AC3E}">
        <p14:creationId xmlns:p14="http://schemas.microsoft.com/office/powerpoint/2010/main" val="332969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5EF445B7-ED04-4A24-B40E-6786A946841D}"/>
              </a:ext>
            </a:extLst>
          </p:cNvPr>
          <p:cNvGraphicFramePr/>
          <p:nvPr/>
        </p:nvGraphicFramePr>
        <p:xfrm>
          <a:off x="2285693" y="1843912"/>
          <a:ext cx="7478062" cy="3812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276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차트 39">
            <a:extLst>
              <a:ext uri="{FF2B5EF4-FFF2-40B4-BE49-F238E27FC236}">
                <a16:creationId xmlns:a16="http://schemas.microsoft.com/office/drawing/2014/main" id="{3B5463CC-3AD5-4BA8-80EF-AA476FF42412}"/>
              </a:ext>
            </a:extLst>
          </p:cNvPr>
          <p:cNvGraphicFramePr/>
          <p:nvPr/>
        </p:nvGraphicFramePr>
        <p:xfrm>
          <a:off x="2494159" y="2098380"/>
          <a:ext cx="3619416" cy="3381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CBCCC18D-7227-480A-A3BE-B73E59620DE9}"/>
              </a:ext>
            </a:extLst>
          </p:cNvPr>
          <p:cNvGraphicFramePr/>
          <p:nvPr/>
        </p:nvGraphicFramePr>
        <p:xfrm>
          <a:off x="6405269" y="2098380"/>
          <a:ext cx="3619416" cy="3381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02B535F-A12E-4C63-BE54-89AC2DD7273A}"/>
              </a:ext>
            </a:extLst>
          </p:cNvPr>
          <p:cNvSpPr txBox="1"/>
          <p:nvPr/>
        </p:nvSpPr>
        <p:spPr>
          <a:xfrm>
            <a:off x="4489752" y="3208999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0E6B73-2922-4C3F-967C-EB5DAF7C919E}"/>
              </a:ext>
            </a:extLst>
          </p:cNvPr>
          <p:cNvSpPr txBox="1"/>
          <p:nvPr/>
        </p:nvSpPr>
        <p:spPr>
          <a:xfrm>
            <a:off x="7764062" y="3990657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C449E2-C3D0-4647-909F-C42F2AABCEFC}"/>
              </a:ext>
            </a:extLst>
          </p:cNvPr>
          <p:cNvSpPr txBox="1"/>
          <p:nvPr/>
        </p:nvSpPr>
        <p:spPr>
          <a:xfrm>
            <a:off x="5299798" y="3306579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C3C080-27F9-4A4D-8C02-4D5A876AD402}"/>
              </a:ext>
            </a:extLst>
          </p:cNvPr>
          <p:cNvSpPr txBox="1"/>
          <p:nvPr/>
        </p:nvSpPr>
        <p:spPr>
          <a:xfrm>
            <a:off x="8589872" y="408823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cxnSp>
        <p:nvCxnSpPr>
          <p:cNvPr id="46" name="직선 연결선 7">
            <a:extLst>
              <a:ext uri="{FF2B5EF4-FFF2-40B4-BE49-F238E27FC236}">
                <a16:creationId xmlns:a16="http://schemas.microsoft.com/office/drawing/2014/main" id="{D494850F-9943-4827-A3A8-C0758C98DA29}"/>
              </a:ext>
            </a:extLst>
          </p:cNvPr>
          <p:cNvCxnSpPr/>
          <p:nvPr/>
        </p:nvCxnSpPr>
        <p:spPr>
          <a:xfrm flipH="1" flipV="1">
            <a:off x="5404196" y="4683671"/>
            <a:ext cx="315280" cy="24434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18">
            <a:extLst>
              <a:ext uri="{FF2B5EF4-FFF2-40B4-BE49-F238E27FC236}">
                <a16:creationId xmlns:a16="http://schemas.microsoft.com/office/drawing/2014/main" id="{D0F1DA89-EA9C-4277-A8D5-4EA7C328C89A}"/>
              </a:ext>
            </a:extLst>
          </p:cNvPr>
          <p:cNvCxnSpPr/>
          <p:nvPr/>
        </p:nvCxnSpPr>
        <p:spPr>
          <a:xfrm flipH="1" flipV="1">
            <a:off x="9323188" y="4683671"/>
            <a:ext cx="315280" cy="24434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957A1D9-B451-41E5-A316-9B8C640E0B4A}"/>
              </a:ext>
            </a:extLst>
          </p:cNvPr>
          <p:cNvSpPr txBox="1"/>
          <p:nvPr/>
        </p:nvSpPr>
        <p:spPr>
          <a:xfrm>
            <a:off x="3561295" y="2760616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2990AE-38B5-41F7-84FF-49E8CF61E465}"/>
              </a:ext>
            </a:extLst>
          </p:cNvPr>
          <p:cNvSpPr txBox="1"/>
          <p:nvPr/>
        </p:nvSpPr>
        <p:spPr>
          <a:xfrm>
            <a:off x="3947512" y="2437454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5%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D592BF-E087-441B-BD9F-1C040C6ADD63}"/>
              </a:ext>
            </a:extLst>
          </p:cNvPr>
          <p:cNvSpPr txBox="1"/>
          <p:nvPr/>
        </p:nvSpPr>
        <p:spPr>
          <a:xfrm>
            <a:off x="7141363" y="304436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10%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0692AA-3252-41BB-A76A-E7FD98F63DEF}"/>
              </a:ext>
            </a:extLst>
          </p:cNvPr>
          <p:cNvSpPr txBox="1"/>
          <p:nvPr/>
        </p:nvSpPr>
        <p:spPr>
          <a:xfrm>
            <a:off x="7614281" y="2602976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E6F45B-1FB6-41C6-8115-BF9670F775D3}"/>
              </a:ext>
            </a:extLst>
          </p:cNvPr>
          <p:cNvSpPr txBox="1"/>
          <p:nvPr/>
        </p:nvSpPr>
        <p:spPr>
          <a:xfrm>
            <a:off x="7979883" y="2374399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2%</a:t>
            </a:r>
          </a:p>
        </p:txBody>
      </p:sp>
      <p:cxnSp>
        <p:nvCxnSpPr>
          <p:cNvPr id="55" name="직선 연결선 30">
            <a:extLst>
              <a:ext uri="{FF2B5EF4-FFF2-40B4-BE49-F238E27FC236}">
                <a16:creationId xmlns:a16="http://schemas.microsoft.com/office/drawing/2014/main" id="{763D5E1C-1C7B-4568-8E90-B61A28E5B735}"/>
              </a:ext>
            </a:extLst>
          </p:cNvPr>
          <p:cNvCxnSpPr/>
          <p:nvPr/>
        </p:nvCxnSpPr>
        <p:spPr>
          <a:xfrm flipH="1" flipV="1">
            <a:off x="2641062" y="3297233"/>
            <a:ext cx="307447" cy="7364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32">
            <a:extLst>
              <a:ext uri="{FF2B5EF4-FFF2-40B4-BE49-F238E27FC236}">
                <a16:creationId xmlns:a16="http://schemas.microsoft.com/office/drawing/2014/main" id="{2291A09E-C978-49C0-8C52-E7BEA1E29C99}"/>
              </a:ext>
            </a:extLst>
          </p:cNvPr>
          <p:cNvCxnSpPr/>
          <p:nvPr/>
        </p:nvCxnSpPr>
        <p:spPr>
          <a:xfrm flipH="1" flipV="1">
            <a:off x="3386410" y="2343512"/>
            <a:ext cx="151240" cy="23645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2F1DA37-3723-40BC-9A00-ADCF0940A6AB}"/>
              </a:ext>
            </a:extLst>
          </p:cNvPr>
          <p:cNvSpPr txBox="1"/>
          <p:nvPr/>
        </p:nvSpPr>
        <p:spPr>
          <a:xfrm>
            <a:off x="2101471" y="3203510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B Service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63337A-BFA1-4138-BD99-AC46D6C3EBD0}"/>
              </a:ext>
            </a:extLst>
          </p:cNvPr>
          <p:cNvSpPr txBox="1"/>
          <p:nvPr/>
        </p:nvSpPr>
        <p:spPr>
          <a:xfrm>
            <a:off x="2859800" y="2193114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C Service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323FDF-E7DD-4FC0-B222-E36E2D94D256}"/>
              </a:ext>
            </a:extLst>
          </p:cNvPr>
          <p:cNvSpPr txBox="1"/>
          <p:nvPr/>
        </p:nvSpPr>
        <p:spPr>
          <a:xfrm>
            <a:off x="3721532" y="1901087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D Service</a:t>
            </a:r>
          </a:p>
        </p:txBody>
      </p:sp>
      <p:cxnSp>
        <p:nvCxnSpPr>
          <p:cNvPr id="60" name="직선 연결선 46">
            <a:extLst>
              <a:ext uri="{FF2B5EF4-FFF2-40B4-BE49-F238E27FC236}">
                <a16:creationId xmlns:a16="http://schemas.microsoft.com/office/drawing/2014/main" id="{57C1F5C6-C593-4F5A-B99B-EC17386D0494}"/>
              </a:ext>
            </a:extLst>
          </p:cNvPr>
          <p:cNvCxnSpPr/>
          <p:nvPr/>
        </p:nvCxnSpPr>
        <p:spPr>
          <a:xfrm flipH="1" flipV="1">
            <a:off x="8082377" y="2084639"/>
            <a:ext cx="19760" cy="26611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77D463A-CC8A-4FB2-A04B-B94B14BB9B71}"/>
              </a:ext>
            </a:extLst>
          </p:cNvPr>
          <p:cNvSpPr txBox="1"/>
          <p:nvPr/>
        </p:nvSpPr>
        <p:spPr>
          <a:xfrm>
            <a:off x="7810776" y="1901087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C Service</a:t>
            </a:r>
          </a:p>
        </p:txBody>
      </p:sp>
      <p:cxnSp>
        <p:nvCxnSpPr>
          <p:cNvPr id="62" name="직선 연결선 49">
            <a:extLst>
              <a:ext uri="{FF2B5EF4-FFF2-40B4-BE49-F238E27FC236}">
                <a16:creationId xmlns:a16="http://schemas.microsoft.com/office/drawing/2014/main" id="{147359AC-7C5A-4F2D-A410-612D23722E70}"/>
              </a:ext>
            </a:extLst>
          </p:cNvPr>
          <p:cNvCxnSpPr/>
          <p:nvPr/>
        </p:nvCxnSpPr>
        <p:spPr>
          <a:xfrm flipH="1" flipV="1">
            <a:off x="7527023" y="2221170"/>
            <a:ext cx="126669" cy="27209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219C2B5-BCB0-44BE-BF35-213DC1230490}"/>
              </a:ext>
            </a:extLst>
          </p:cNvPr>
          <p:cNvSpPr txBox="1"/>
          <p:nvPr/>
        </p:nvSpPr>
        <p:spPr>
          <a:xfrm>
            <a:off x="6991974" y="2079220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B Service</a:t>
            </a:r>
          </a:p>
        </p:txBody>
      </p:sp>
      <p:cxnSp>
        <p:nvCxnSpPr>
          <p:cNvPr id="64" name="직선 연결선 51">
            <a:extLst>
              <a:ext uri="{FF2B5EF4-FFF2-40B4-BE49-F238E27FC236}">
                <a16:creationId xmlns:a16="http://schemas.microsoft.com/office/drawing/2014/main" id="{8325E8D6-2396-4514-BE89-F71E2853C929}"/>
              </a:ext>
            </a:extLst>
          </p:cNvPr>
          <p:cNvCxnSpPr/>
          <p:nvPr/>
        </p:nvCxnSpPr>
        <p:spPr>
          <a:xfrm flipH="1" flipV="1">
            <a:off x="6816722" y="2768499"/>
            <a:ext cx="244339" cy="17404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F961893-8419-4735-B615-0F8C3ABC1882}"/>
              </a:ext>
            </a:extLst>
          </p:cNvPr>
          <p:cNvSpPr txBox="1"/>
          <p:nvPr/>
        </p:nvSpPr>
        <p:spPr>
          <a:xfrm>
            <a:off x="6290108" y="2634505"/>
            <a:ext cx="6062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A Service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187D0A-D07B-4C4E-84BF-25B25BF5138B}"/>
              </a:ext>
            </a:extLst>
          </p:cNvPr>
          <p:cNvSpPr txBox="1"/>
          <p:nvPr/>
        </p:nvSpPr>
        <p:spPr>
          <a:xfrm>
            <a:off x="3143551" y="3383292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15%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15E914-10AC-47EF-ADA7-328E9D1E4DC6}"/>
              </a:ext>
            </a:extLst>
          </p:cNvPr>
          <p:cNvSpPr txBox="1"/>
          <p:nvPr/>
        </p:nvSpPr>
        <p:spPr>
          <a:xfrm>
            <a:off x="3726818" y="443947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30%</a:t>
            </a:r>
          </a:p>
        </p:txBody>
      </p:sp>
      <p:cxnSp>
        <p:nvCxnSpPr>
          <p:cNvPr id="68" name="직선 연결선 57">
            <a:extLst>
              <a:ext uri="{FF2B5EF4-FFF2-40B4-BE49-F238E27FC236}">
                <a16:creationId xmlns:a16="http://schemas.microsoft.com/office/drawing/2014/main" id="{95769EF0-F4BA-48A2-8BF7-726BC71A445B}"/>
              </a:ext>
            </a:extLst>
          </p:cNvPr>
          <p:cNvCxnSpPr/>
          <p:nvPr/>
        </p:nvCxnSpPr>
        <p:spPr>
          <a:xfrm flipH="1">
            <a:off x="2764852" y="4439403"/>
            <a:ext cx="309208" cy="14621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F079B94-39D7-4CEE-A5C2-BF4D7201AEFB}"/>
              </a:ext>
            </a:extLst>
          </p:cNvPr>
          <p:cNvSpPr txBox="1"/>
          <p:nvPr/>
        </p:nvSpPr>
        <p:spPr>
          <a:xfrm>
            <a:off x="2229241" y="4526180"/>
            <a:ext cx="6062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A Service</a:t>
            </a:r>
          </a:p>
        </p:txBody>
      </p:sp>
      <p:cxnSp>
        <p:nvCxnSpPr>
          <p:cNvPr id="70" name="직선 연결선 85">
            <a:extLst>
              <a:ext uri="{FF2B5EF4-FFF2-40B4-BE49-F238E27FC236}">
                <a16:creationId xmlns:a16="http://schemas.microsoft.com/office/drawing/2014/main" id="{8DBF875C-E01D-4EBA-9AEE-7FFDC8D08597}"/>
              </a:ext>
            </a:extLst>
          </p:cNvPr>
          <p:cNvCxnSpPr/>
          <p:nvPr/>
        </p:nvCxnSpPr>
        <p:spPr>
          <a:xfrm flipH="1" flipV="1">
            <a:off x="4013791" y="2099171"/>
            <a:ext cx="42281" cy="26255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8C39891-B862-454D-B776-C2B7200AD616}"/>
              </a:ext>
            </a:extLst>
          </p:cNvPr>
          <p:cNvSpPr txBox="1"/>
          <p:nvPr/>
        </p:nvSpPr>
        <p:spPr>
          <a:xfrm>
            <a:off x="5525507" y="4946509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삼성화재</a:t>
            </a:r>
            <a:endParaRPr lang="en-US" altLang="ko-KR" sz="7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87505E-281E-4A44-AB2B-AE8CC3D34D21}"/>
              </a:ext>
            </a:extLst>
          </p:cNvPr>
          <p:cNvSpPr txBox="1"/>
          <p:nvPr/>
        </p:nvSpPr>
        <p:spPr>
          <a:xfrm>
            <a:off x="9441203" y="4924386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삼성화재</a:t>
            </a:r>
            <a:endParaRPr lang="en-US" altLang="ko-KR" sz="7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83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차트 39">
            <a:extLst>
              <a:ext uri="{FF2B5EF4-FFF2-40B4-BE49-F238E27FC236}">
                <a16:creationId xmlns:a16="http://schemas.microsoft.com/office/drawing/2014/main" id="{751EC47F-332F-440E-9E7B-C7CF1EE7C717}"/>
              </a:ext>
            </a:extLst>
          </p:cNvPr>
          <p:cNvGraphicFramePr/>
          <p:nvPr/>
        </p:nvGraphicFramePr>
        <p:xfrm>
          <a:off x="2365721" y="2157235"/>
          <a:ext cx="3233344" cy="3020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5B5C4306-446B-4C14-9015-36411FAF01BA}"/>
              </a:ext>
            </a:extLst>
          </p:cNvPr>
          <p:cNvGraphicFramePr/>
          <p:nvPr/>
        </p:nvGraphicFramePr>
        <p:xfrm>
          <a:off x="6200148" y="2157235"/>
          <a:ext cx="3233344" cy="3020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A721D03-B59E-448D-B221-F7D1623DC576}"/>
              </a:ext>
            </a:extLst>
          </p:cNvPr>
          <p:cNvSpPr txBox="1"/>
          <p:nvPr/>
        </p:nvSpPr>
        <p:spPr>
          <a:xfrm>
            <a:off x="6726965" y="2912055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10%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1E4F22-F6C1-481B-B143-CAA652BE6D7C}"/>
              </a:ext>
            </a:extLst>
          </p:cNvPr>
          <p:cNvSpPr txBox="1"/>
          <p:nvPr/>
        </p:nvSpPr>
        <p:spPr>
          <a:xfrm>
            <a:off x="7244493" y="2523104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61AE25-DCF1-45B0-B900-D6181421049E}"/>
              </a:ext>
            </a:extLst>
          </p:cNvPr>
          <p:cNvSpPr txBox="1"/>
          <p:nvPr/>
        </p:nvSpPr>
        <p:spPr>
          <a:xfrm>
            <a:off x="7606803" y="2417893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2%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AD4051-2593-4FE6-A626-E66DEDC0D3CC}"/>
              </a:ext>
            </a:extLst>
          </p:cNvPr>
          <p:cNvSpPr txBox="1"/>
          <p:nvPr/>
        </p:nvSpPr>
        <p:spPr>
          <a:xfrm>
            <a:off x="3445543" y="3286309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11CEEA-6D14-463B-8301-0DF3F791BEFC}"/>
              </a:ext>
            </a:extLst>
          </p:cNvPr>
          <p:cNvSpPr txBox="1"/>
          <p:nvPr/>
        </p:nvSpPr>
        <p:spPr>
          <a:xfrm>
            <a:off x="4282236" y="337461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DAFD2C-E491-4238-ACA1-7B911A952EF1}"/>
              </a:ext>
            </a:extLst>
          </p:cNvPr>
          <p:cNvSpPr txBox="1"/>
          <p:nvPr/>
        </p:nvSpPr>
        <p:spPr>
          <a:xfrm>
            <a:off x="7301093" y="3286309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234B26-97BF-4F43-8A37-8D6AAF7B252E}"/>
              </a:ext>
            </a:extLst>
          </p:cNvPr>
          <p:cNvSpPr txBox="1"/>
          <p:nvPr/>
        </p:nvSpPr>
        <p:spPr>
          <a:xfrm>
            <a:off x="8158910" y="337461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17575B-D1BF-45C7-A3AB-D090E5C058D8}"/>
              </a:ext>
            </a:extLst>
          </p:cNvPr>
          <p:cNvSpPr txBox="1"/>
          <p:nvPr/>
        </p:nvSpPr>
        <p:spPr>
          <a:xfrm>
            <a:off x="3209187" y="2625062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47ECFE-6D13-4CBF-A9C5-D712FA116583}"/>
              </a:ext>
            </a:extLst>
          </p:cNvPr>
          <p:cNvSpPr txBox="1"/>
          <p:nvPr/>
        </p:nvSpPr>
        <p:spPr>
          <a:xfrm>
            <a:off x="3659449" y="2454749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5%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4524C5-7916-424D-989E-21DD3E89203C}"/>
              </a:ext>
            </a:extLst>
          </p:cNvPr>
          <p:cNvSpPr txBox="1"/>
          <p:nvPr/>
        </p:nvSpPr>
        <p:spPr>
          <a:xfrm>
            <a:off x="2709531" y="3249924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15%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06B215-9C2A-4EF7-88AB-F4B829E73B77}"/>
              </a:ext>
            </a:extLst>
          </p:cNvPr>
          <p:cNvSpPr txBox="1"/>
          <p:nvPr/>
        </p:nvSpPr>
        <p:spPr>
          <a:xfrm>
            <a:off x="3237277" y="4540537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30%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0E6F4D2-1C95-463C-AFCB-FBEE0F0FAF3D}"/>
              </a:ext>
            </a:extLst>
          </p:cNvPr>
          <p:cNvGrpSpPr/>
          <p:nvPr/>
        </p:nvGrpSpPr>
        <p:grpSpPr>
          <a:xfrm>
            <a:off x="5501273" y="2356932"/>
            <a:ext cx="603453" cy="992579"/>
            <a:chOff x="4154253" y="1435156"/>
            <a:chExt cx="603453" cy="99257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98F22E-FDB9-48E8-A9F8-F008668AD56B}"/>
                </a:ext>
              </a:extLst>
            </p:cNvPr>
            <p:cNvSpPr txBox="1"/>
            <p:nvPr/>
          </p:nvSpPr>
          <p:spPr>
            <a:xfrm>
              <a:off x="4202746" y="1435156"/>
              <a:ext cx="554960" cy="992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삼성화재</a:t>
              </a: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 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A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D Service</a:t>
              </a: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E6FA2D-8464-4F90-B052-619F3AA092EB}"/>
                </a:ext>
              </a:extLst>
            </p:cNvPr>
            <p:cNvSpPr/>
            <p:nvPr/>
          </p:nvSpPr>
          <p:spPr>
            <a:xfrm>
              <a:off x="4154253" y="1539101"/>
              <a:ext cx="96506" cy="965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39ECBA51-2928-4A3B-AA53-B930F5D3B0B5}"/>
                </a:ext>
              </a:extLst>
            </p:cNvPr>
            <p:cNvSpPr/>
            <p:nvPr/>
          </p:nvSpPr>
          <p:spPr>
            <a:xfrm>
              <a:off x="4154253" y="1716082"/>
              <a:ext cx="96506" cy="9650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A3E3F3D3-63DB-4B11-8E61-7AD46AC94D4B}"/>
                </a:ext>
              </a:extLst>
            </p:cNvPr>
            <p:cNvSpPr/>
            <p:nvPr/>
          </p:nvSpPr>
          <p:spPr>
            <a:xfrm>
              <a:off x="4154253" y="1907811"/>
              <a:ext cx="96506" cy="9650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BE966B1-B868-44A6-A0EF-BCD4905CFA80}"/>
                </a:ext>
              </a:extLst>
            </p:cNvPr>
            <p:cNvSpPr/>
            <p:nvPr/>
          </p:nvSpPr>
          <p:spPr>
            <a:xfrm>
              <a:off x="4154253" y="2077418"/>
              <a:ext cx="96506" cy="9650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9B60488-0BE3-43A2-BF17-7038CD0BBFFF}"/>
                </a:ext>
              </a:extLst>
            </p:cNvPr>
            <p:cNvSpPr/>
            <p:nvPr/>
          </p:nvSpPr>
          <p:spPr>
            <a:xfrm>
              <a:off x="4154253" y="2269147"/>
              <a:ext cx="96506" cy="9650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3026186-2111-404E-9F32-B997F46B31B0}"/>
              </a:ext>
            </a:extLst>
          </p:cNvPr>
          <p:cNvGrpSpPr/>
          <p:nvPr/>
        </p:nvGrpSpPr>
        <p:grpSpPr>
          <a:xfrm>
            <a:off x="9269485" y="2356932"/>
            <a:ext cx="603453" cy="992579"/>
            <a:chOff x="4154253" y="1435156"/>
            <a:chExt cx="603453" cy="99257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FF715FE-8648-456B-899B-03BD0D14315B}"/>
                </a:ext>
              </a:extLst>
            </p:cNvPr>
            <p:cNvSpPr txBox="1"/>
            <p:nvPr/>
          </p:nvSpPr>
          <p:spPr>
            <a:xfrm>
              <a:off x="4202746" y="1435156"/>
              <a:ext cx="554960" cy="992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삼성화재</a:t>
              </a: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 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A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D Service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9FD0C56D-3303-472A-918B-0318E79A4F6A}"/>
                </a:ext>
              </a:extLst>
            </p:cNvPr>
            <p:cNvSpPr/>
            <p:nvPr/>
          </p:nvSpPr>
          <p:spPr>
            <a:xfrm>
              <a:off x="4154253" y="1539101"/>
              <a:ext cx="96506" cy="965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A0256B1-8C79-4EDA-85FE-671B76FE109A}"/>
                </a:ext>
              </a:extLst>
            </p:cNvPr>
            <p:cNvSpPr/>
            <p:nvPr/>
          </p:nvSpPr>
          <p:spPr>
            <a:xfrm>
              <a:off x="4154253" y="1716082"/>
              <a:ext cx="96506" cy="9650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FF2061F-DC9C-4287-8712-B2FA9735BCE7}"/>
                </a:ext>
              </a:extLst>
            </p:cNvPr>
            <p:cNvSpPr/>
            <p:nvPr/>
          </p:nvSpPr>
          <p:spPr>
            <a:xfrm>
              <a:off x="4154253" y="1907811"/>
              <a:ext cx="96506" cy="9650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CD3CB88D-3DB0-468D-88F8-0B9D47FC5287}"/>
                </a:ext>
              </a:extLst>
            </p:cNvPr>
            <p:cNvSpPr/>
            <p:nvPr/>
          </p:nvSpPr>
          <p:spPr>
            <a:xfrm>
              <a:off x="4154253" y="2077418"/>
              <a:ext cx="96506" cy="9650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2CE223F-CCBE-4262-B701-BD5E8952F4D4}"/>
                </a:ext>
              </a:extLst>
            </p:cNvPr>
            <p:cNvSpPr/>
            <p:nvPr/>
          </p:nvSpPr>
          <p:spPr>
            <a:xfrm>
              <a:off x="4154253" y="2269147"/>
              <a:ext cx="96506" cy="9650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12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차트 28">
            <a:extLst>
              <a:ext uri="{FF2B5EF4-FFF2-40B4-BE49-F238E27FC236}">
                <a16:creationId xmlns:a16="http://schemas.microsoft.com/office/drawing/2014/main" id="{3B18183B-569E-4DC0-9DA9-E8C65BA908C1}"/>
              </a:ext>
            </a:extLst>
          </p:cNvPr>
          <p:cNvGraphicFramePr/>
          <p:nvPr/>
        </p:nvGraphicFramePr>
        <p:xfrm>
          <a:off x="2453662" y="2181401"/>
          <a:ext cx="7661275" cy="3333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723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30DEF158-C4EE-4B9F-9B58-2CA06B655ED3}"/>
              </a:ext>
            </a:extLst>
          </p:cNvPr>
          <p:cNvGraphicFramePr/>
          <p:nvPr/>
        </p:nvGraphicFramePr>
        <p:xfrm>
          <a:off x="5911645" y="2234381"/>
          <a:ext cx="4420082" cy="3473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내용 개체 틀 13">
            <a:extLst>
              <a:ext uri="{FF2B5EF4-FFF2-40B4-BE49-F238E27FC236}">
                <a16:creationId xmlns:a16="http://schemas.microsoft.com/office/drawing/2014/main" id="{8ADA9AF4-C9A6-42EA-98CE-27BAA3DBE4A3}"/>
              </a:ext>
            </a:extLst>
          </p:cNvPr>
          <p:cNvSpPr txBox="1">
            <a:spLocks/>
          </p:cNvSpPr>
          <p:nvPr/>
        </p:nvSpPr>
        <p:spPr>
          <a:xfrm>
            <a:off x="2313041" y="3572336"/>
            <a:ext cx="4026309" cy="2179535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58410" tIns="29205" rIns="58410" bIns="29205" rtlCol="0" anchor="t">
            <a:noAutofit/>
          </a:bodyPr>
          <a:lstStyle>
            <a:defPPr>
              <a:defRPr lang="ko-KR"/>
            </a:defPPr>
            <a:lvl1pPr marL="0" indent="-228600" algn="l" defTabSz="778897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spc="-100" baseline="0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89405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809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213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618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021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426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5830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235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금융복합기업집단의 감독에 관한 법률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조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항 </a:t>
            </a:r>
            <a:endParaRPr kumimoji="1" lang="en-US" altLang="ko-KR" sz="105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accent6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국내 소속금융회사의 대주주가 자기 또는 제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자의 계산으로 해당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50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억원 이상의 내부거래를 하려는 경우 미리 이사회에 해당 거래의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 경우 이사회의 승인은 재적 이사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분의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2 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이상의 찬성으로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그 거래의 내용과 절차는 공정해야 함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B965C8-F838-4CB5-BAE9-AEA43A770259}"/>
              </a:ext>
            </a:extLst>
          </p:cNvPr>
          <p:cNvSpPr txBox="1">
            <a:spLocks/>
          </p:cNvSpPr>
          <p:nvPr/>
        </p:nvSpPr>
        <p:spPr>
          <a:xfrm>
            <a:off x="2231923" y="2157413"/>
            <a:ext cx="41148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0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j-cs"/>
              </a:defRPr>
            </a:lvl1pPr>
          </a:lstStyle>
          <a:p>
            <a:r>
              <a:rPr lang="ko-KR" altLang="en-US"/>
              <a:t>계약 사항 및</a:t>
            </a:r>
            <a:br>
              <a:rPr lang="en-US" altLang="ko-KR"/>
            </a:br>
            <a:r>
              <a:rPr lang="ko-KR" altLang="en-US"/>
              <a:t>환급예정 계좌</a:t>
            </a:r>
          </a:p>
        </p:txBody>
      </p:sp>
    </p:spTree>
    <p:extLst>
      <p:ext uri="{BB962C8B-B14F-4D97-AF65-F5344CB8AC3E}">
        <p14:creationId xmlns:p14="http://schemas.microsoft.com/office/powerpoint/2010/main" val="302941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3EF6A2D-EB77-4923-82DE-2B05B4941864}"/>
              </a:ext>
            </a:extLst>
          </p:cNvPr>
          <p:cNvSpPr/>
          <p:nvPr/>
        </p:nvSpPr>
        <p:spPr>
          <a:xfrm>
            <a:off x="2623327" y="2335138"/>
            <a:ext cx="1619475" cy="1619476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tx1">
                      <a:alpha val="0"/>
                    </a:schemeClr>
                  </a:solidFill>
                </a:ln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   </a:t>
            </a:r>
            <a:endParaRPr lang="ko-KR" altLang="en-US" sz="12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9D288-821B-41C7-8834-B057F40BFF95}"/>
              </a:ext>
            </a:extLst>
          </p:cNvPr>
          <p:cNvSpPr txBox="1"/>
          <p:nvPr/>
        </p:nvSpPr>
        <p:spPr>
          <a:xfrm>
            <a:off x="2806707" y="2915164"/>
            <a:ext cx="125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GROUP A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BE927A-DE64-4E33-8046-EE81A941D6B1}"/>
              </a:ext>
            </a:extLst>
          </p:cNvPr>
          <p:cNvSpPr/>
          <p:nvPr/>
        </p:nvSpPr>
        <p:spPr>
          <a:xfrm>
            <a:off x="5638060" y="2335138"/>
            <a:ext cx="1619475" cy="1619476"/>
          </a:xfrm>
          <a:prstGeom prst="ellipse">
            <a:avLst/>
          </a:prstGeom>
          <a:noFill/>
          <a:ln w="63500">
            <a:solidFill>
              <a:srgbClr val="44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tx1">
                      <a:alpha val="0"/>
                    </a:schemeClr>
                  </a:solidFill>
                </a:ln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   </a:t>
            </a:r>
            <a:endParaRPr lang="ko-KR" altLang="en-US" sz="12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cxnSp>
        <p:nvCxnSpPr>
          <p:cNvPr id="10" name="직선 연결선[R] 5">
            <a:extLst>
              <a:ext uri="{FF2B5EF4-FFF2-40B4-BE49-F238E27FC236}">
                <a16:creationId xmlns:a16="http://schemas.microsoft.com/office/drawing/2014/main" id="{039D4CC6-A2B7-4192-B39B-19378AF8B57B}"/>
              </a:ext>
            </a:extLst>
          </p:cNvPr>
          <p:cNvCxnSpPr/>
          <p:nvPr/>
        </p:nvCxnSpPr>
        <p:spPr>
          <a:xfrm>
            <a:off x="4673844" y="3117678"/>
            <a:ext cx="557835" cy="0"/>
          </a:xfrm>
          <a:prstGeom prst="line">
            <a:avLst/>
          </a:prstGeom>
          <a:ln w="31750">
            <a:solidFill>
              <a:srgbClr val="4444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7100D2-8155-4595-9F89-1A8FE46AD951}"/>
              </a:ext>
            </a:extLst>
          </p:cNvPr>
          <p:cNvSpPr txBox="1"/>
          <p:nvPr/>
        </p:nvSpPr>
        <p:spPr>
          <a:xfrm>
            <a:off x="3011315" y="3187723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Regular" panose="020B0503020203020204" pitchFamily="34" charset="0"/>
              </a:rPr>
              <a:t>Contents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21DC3-EFE9-43AA-A035-9192F88EFC49}"/>
              </a:ext>
            </a:extLst>
          </p:cNvPr>
          <p:cNvSpPr txBox="1"/>
          <p:nvPr/>
        </p:nvSpPr>
        <p:spPr>
          <a:xfrm>
            <a:off x="5823843" y="2915164"/>
            <a:ext cx="12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GROUP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D9026-9777-4567-A90C-6FF4138A4A71}"/>
              </a:ext>
            </a:extLst>
          </p:cNvPr>
          <p:cNvSpPr txBox="1"/>
          <p:nvPr/>
        </p:nvSpPr>
        <p:spPr>
          <a:xfrm>
            <a:off x="6026047" y="3187723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Regular" panose="020B0503020203020204" pitchFamily="34" charset="0"/>
              </a:rPr>
              <a:t>Contents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2B07758-EF01-42F4-8ED5-EB4809C6BB3E}"/>
              </a:ext>
            </a:extLst>
          </p:cNvPr>
          <p:cNvSpPr/>
          <p:nvPr/>
        </p:nvSpPr>
        <p:spPr>
          <a:xfrm>
            <a:off x="7632680" y="2335138"/>
            <a:ext cx="1619475" cy="1619476"/>
          </a:xfrm>
          <a:prstGeom prst="ellipse">
            <a:avLst/>
          </a:prstGeom>
          <a:noFill/>
          <a:ln w="63500">
            <a:solidFill>
              <a:srgbClr val="44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tx1">
                      <a:alpha val="0"/>
                    </a:schemeClr>
                  </a:solidFill>
                </a:ln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   </a:t>
            </a:r>
            <a:endParaRPr lang="ko-KR" altLang="en-US" sz="12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5E4C1-D632-47D5-836D-9167243BF825}"/>
              </a:ext>
            </a:extLst>
          </p:cNvPr>
          <p:cNvSpPr txBox="1"/>
          <p:nvPr/>
        </p:nvSpPr>
        <p:spPr>
          <a:xfrm>
            <a:off x="7812854" y="2915164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GROUP 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D1CD6A-1D1A-41F5-B311-254AF280BE65}"/>
              </a:ext>
            </a:extLst>
          </p:cNvPr>
          <p:cNvSpPr txBox="1"/>
          <p:nvPr/>
        </p:nvSpPr>
        <p:spPr>
          <a:xfrm>
            <a:off x="8020667" y="3187723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Regular" panose="020B0503020203020204" pitchFamily="34" charset="0"/>
              </a:rPr>
              <a:t>Contents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2B8FA8-55F0-4D40-A71E-B2B1AD48D5E9}"/>
              </a:ext>
            </a:extLst>
          </p:cNvPr>
          <p:cNvSpPr/>
          <p:nvPr/>
        </p:nvSpPr>
        <p:spPr>
          <a:xfrm>
            <a:off x="3205847" y="4593131"/>
            <a:ext cx="5810334" cy="5171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삼성금융체 Bold" panose="02020803020101020101" pitchFamily="18" charset="-127"/>
                <a:ea typeface="삼성금융체 Bold" panose="02020803020101020101" pitchFamily="18" charset="-127"/>
              </a:rPr>
              <a:t>계약 사항 및</a:t>
            </a:r>
            <a:r>
              <a:rPr lang="en-US" altLang="ko-KR">
                <a:latin typeface="삼성금융체 Bold" panose="02020803020101020101" pitchFamily="18" charset="-127"/>
                <a:ea typeface="삼성금융체 Bold" panose="02020803020101020101" pitchFamily="18" charset="-127"/>
              </a:rPr>
              <a:t> </a:t>
            </a:r>
            <a:r>
              <a:rPr lang="ko-KR" altLang="en-US">
                <a:latin typeface="삼성금융체 Bold" panose="02020803020101020101" pitchFamily="18" charset="-127"/>
                <a:ea typeface="삼성금융체 Bold" panose="02020803020101020101" pitchFamily="18" charset="-127"/>
              </a:rPr>
              <a:t>환급예정 계좌</a:t>
            </a:r>
            <a:endParaRPr kumimoji="1" lang="ko-KR" altLang="en-US" sz="11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64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F62DC0D-FB8E-4EC1-93E0-D22EC9C05EF2}"/>
              </a:ext>
            </a:extLst>
          </p:cNvPr>
          <p:cNvGrpSpPr/>
          <p:nvPr/>
        </p:nvGrpSpPr>
        <p:grpSpPr>
          <a:xfrm>
            <a:off x="2143433" y="1954162"/>
            <a:ext cx="7786840" cy="3591232"/>
            <a:chOff x="361028" y="2024264"/>
            <a:chExt cx="9505950" cy="3514725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DCF1BC0-CCA1-4C23-9390-F1701A370F1F}"/>
                </a:ext>
              </a:extLst>
            </p:cNvPr>
            <p:cNvCxnSpPr/>
            <p:nvPr/>
          </p:nvCxnSpPr>
          <p:spPr>
            <a:xfrm>
              <a:off x="437228" y="2024264"/>
              <a:ext cx="9429750" cy="0"/>
            </a:xfrm>
            <a:prstGeom prst="line">
              <a:avLst/>
            </a:prstGeom>
            <a:ln w="285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0D2E8425-7300-47C2-9BC9-8D189110A38D}"/>
                </a:ext>
              </a:extLst>
            </p:cNvPr>
            <p:cNvCxnSpPr/>
            <p:nvPr/>
          </p:nvCxnSpPr>
          <p:spPr>
            <a:xfrm>
              <a:off x="437228" y="2824364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1C5A013-0297-45D5-8848-CA846A253F20}"/>
                </a:ext>
              </a:extLst>
            </p:cNvPr>
            <p:cNvCxnSpPr/>
            <p:nvPr/>
          </p:nvCxnSpPr>
          <p:spPr>
            <a:xfrm>
              <a:off x="437228" y="3367289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7C83E68-F298-408D-8F3A-8C4EAA52B281}"/>
                </a:ext>
              </a:extLst>
            </p:cNvPr>
            <p:cNvCxnSpPr/>
            <p:nvPr/>
          </p:nvCxnSpPr>
          <p:spPr>
            <a:xfrm>
              <a:off x="437228" y="3910214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7E51EE6-0417-4366-AEB6-F4A2FD7F5568}"/>
                </a:ext>
              </a:extLst>
            </p:cNvPr>
            <p:cNvCxnSpPr/>
            <p:nvPr/>
          </p:nvCxnSpPr>
          <p:spPr>
            <a:xfrm>
              <a:off x="437228" y="4453139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410B1D8-7533-481A-AE14-4A665E9DC5DE}"/>
                </a:ext>
              </a:extLst>
            </p:cNvPr>
            <p:cNvCxnSpPr/>
            <p:nvPr/>
          </p:nvCxnSpPr>
          <p:spPr>
            <a:xfrm>
              <a:off x="437228" y="4996064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5FCC102-A607-4A77-AD45-02F42ECB1B83}"/>
                </a:ext>
              </a:extLst>
            </p:cNvPr>
            <p:cNvCxnSpPr/>
            <p:nvPr/>
          </p:nvCxnSpPr>
          <p:spPr>
            <a:xfrm>
              <a:off x="437228" y="5538989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EB2969E-E55D-40BD-9734-84342D1BE150}"/>
                </a:ext>
              </a:extLst>
            </p:cNvPr>
            <p:cNvSpPr txBox="1"/>
            <p:nvPr/>
          </p:nvSpPr>
          <p:spPr>
            <a:xfrm>
              <a:off x="361028" y="2238095"/>
              <a:ext cx="1066902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 Contents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8D44D-3295-46B8-B9C3-020CFBD23E21}"/>
                </a:ext>
              </a:extLst>
            </p:cNvPr>
            <p:cNvSpPr txBox="1"/>
            <p:nvPr/>
          </p:nvSpPr>
          <p:spPr>
            <a:xfrm>
              <a:off x="2799898" y="2238095"/>
              <a:ext cx="1194101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9A88B7-73D7-444B-A310-F01D636EE5DB}"/>
                </a:ext>
              </a:extLst>
            </p:cNvPr>
            <p:cNvSpPr txBox="1"/>
            <p:nvPr/>
          </p:nvSpPr>
          <p:spPr>
            <a:xfrm>
              <a:off x="4631717" y="2238095"/>
              <a:ext cx="1190187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8AE76E-189F-4706-927E-009BB97D1990}"/>
                </a:ext>
              </a:extLst>
            </p:cNvPr>
            <p:cNvSpPr txBox="1"/>
            <p:nvPr/>
          </p:nvSpPr>
          <p:spPr>
            <a:xfrm>
              <a:off x="6463533" y="2238095"/>
              <a:ext cx="1199970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C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E6B5515-C546-4DCF-96A2-ED1F264E6AEE}"/>
                </a:ext>
              </a:extLst>
            </p:cNvPr>
            <p:cNvSpPr txBox="1"/>
            <p:nvPr/>
          </p:nvSpPr>
          <p:spPr>
            <a:xfrm>
              <a:off x="8295353" y="2238095"/>
              <a:ext cx="1199970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D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1F8FD4-5A39-41E7-BA55-D17B61BB5071}"/>
                </a:ext>
              </a:extLst>
            </p:cNvPr>
            <p:cNvSpPr txBox="1"/>
            <p:nvPr/>
          </p:nvSpPr>
          <p:spPr>
            <a:xfrm>
              <a:off x="361028" y="2702430"/>
              <a:ext cx="927962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ko-KR" altLang="en-US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삼성화재</a:t>
              </a:r>
              <a:endParaRPr lang="en-US" altLang="ko-KR" sz="11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endParaRP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A Group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 Group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 Group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D Group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2CB1CFA-2A52-44DF-9AAA-C0198FF1D0A6}"/>
                </a:ext>
              </a:extLst>
            </p:cNvPr>
            <p:cNvSpPr txBox="1"/>
            <p:nvPr/>
          </p:nvSpPr>
          <p:spPr>
            <a:xfrm>
              <a:off x="2799428" y="2702430"/>
              <a:ext cx="912307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Living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Life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Beauty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Health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Welfare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2F0C63-3EB2-4A4F-A6EA-D5174C0268E2}"/>
                </a:ext>
              </a:extLst>
            </p:cNvPr>
            <p:cNvSpPr txBox="1"/>
            <p:nvPr/>
          </p:nvSpPr>
          <p:spPr>
            <a:xfrm>
              <a:off x="4647278" y="2702430"/>
              <a:ext cx="1325213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30,000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100,000,000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6,000,000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80,000,000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7,000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AE33C7-8ED4-4C7B-9427-310460ED7261}"/>
                </a:ext>
              </a:extLst>
            </p:cNvPr>
            <p:cNvSpPr txBox="1"/>
            <p:nvPr/>
          </p:nvSpPr>
          <p:spPr>
            <a:xfrm>
              <a:off x="6466553" y="2702430"/>
              <a:ext cx="730315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100%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75%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90%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-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28%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A3629A2-E01C-43FC-9EEB-96B486AF37A0}"/>
                </a:ext>
              </a:extLst>
            </p:cNvPr>
            <p:cNvSpPr txBox="1"/>
            <p:nvPr/>
          </p:nvSpPr>
          <p:spPr>
            <a:xfrm>
              <a:off x="8304879" y="2702430"/>
              <a:ext cx="939705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30,000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100,000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600,000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800,000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7,000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453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제목 4">
            <a:extLst>
              <a:ext uri="{FF2B5EF4-FFF2-40B4-BE49-F238E27FC236}">
                <a16:creationId xmlns:a16="http://schemas.microsoft.com/office/drawing/2014/main" id="{C1D158DB-09F2-4549-A6B6-3C4E4A52B0A1}"/>
              </a:ext>
            </a:extLst>
          </p:cNvPr>
          <p:cNvSpPr txBox="1">
            <a:spLocks/>
          </p:cNvSpPr>
          <p:nvPr/>
        </p:nvSpPr>
        <p:spPr>
          <a:xfrm>
            <a:off x="3284044" y="2202324"/>
            <a:ext cx="4992688" cy="479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0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j-cs"/>
              </a:defRPr>
            </a:lvl1pPr>
          </a:lstStyle>
          <a:p>
            <a:r>
              <a:rPr lang="ko-KR" altLang="en-US" sz="2400" spc="-113">
                <a:solidFill>
                  <a:schemeClr val="accent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운영현황</a:t>
            </a:r>
          </a:p>
        </p:txBody>
      </p:sp>
      <p:sp>
        <p:nvSpPr>
          <p:cNvPr id="36" name="내용 개체 틀 13">
            <a:extLst>
              <a:ext uri="{FF2B5EF4-FFF2-40B4-BE49-F238E27FC236}">
                <a16:creationId xmlns:a16="http://schemas.microsoft.com/office/drawing/2014/main" id="{53DEAB8B-943F-4455-8B25-7CCA69C1DA9A}"/>
              </a:ext>
            </a:extLst>
          </p:cNvPr>
          <p:cNvSpPr txBox="1">
            <a:spLocks/>
          </p:cNvSpPr>
          <p:nvPr/>
        </p:nvSpPr>
        <p:spPr>
          <a:xfrm>
            <a:off x="3284045" y="2886536"/>
            <a:ext cx="5091113" cy="2061548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58410" tIns="29205" rIns="58410" bIns="29205" rtlCol="0" anchor="t">
            <a:noAutofit/>
          </a:bodyPr>
          <a:lstStyle>
            <a:defPPr>
              <a:defRPr lang="ko-KR"/>
            </a:defPPr>
            <a:lvl1pPr marL="0" indent="-228600" algn="l" defTabSz="778897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spc="-100" baseline="0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89405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809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213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618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021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426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5830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235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08" indent="-214308" fontAlgn="base">
              <a:spcAft>
                <a:spcPct val="0"/>
              </a:spcAft>
              <a:buSzPct val="120000"/>
            </a:pPr>
            <a:r>
              <a:rPr kumimoji="1" lang="ko-KR" altLang="en-US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금융복합기업집단의 감독에 관한 법률 제</a:t>
            </a:r>
            <a:r>
              <a:rPr kumimoji="1" lang="en-US" altLang="ko-KR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15</a:t>
            </a:r>
            <a:r>
              <a:rPr kumimoji="1" lang="ko-KR" altLang="en-US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조 제</a:t>
            </a:r>
            <a:r>
              <a:rPr kumimoji="1" lang="en-US" altLang="ko-KR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2</a:t>
            </a:r>
            <a:r>
              <a:rPr kumimoji="1" lang="ko-KR" altLang="en-US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항 </a:t>
            </a:r>
            <a:endParaRPr kumimoji="1" lang="en-US" altLang="ko-KR" sz="120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</a:endParaRPr>
          </a:p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-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국내 소속금융회사의 대주주가 자기 또는 제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자의 계산으로 해당 금융회사와 </a:t>
            </a:r>
            <a:endParaRPr kumimoji="1" lang="en-US" altLang="ko-KR" sz="120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  50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억원 이상의 내부거래를 하려는 경우 미리 이사회에 해당 거래의 주요 내용을 밝히고</a:t>
            </a:r>
            <a:endParaRPr kumimoji="1" lang="en-US" altLang="ko-KR" sz="120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이사회의 승인을 받아야 함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-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이 경우 이사회의 승인은 재적 이사 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분의 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2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이상의 찬성으로 하여야 하고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, </a:t>
            </a: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 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그 거래의 내용과 절차는 공정해야 함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FA65CE-A138-4229-A29D-6DF864827FFF}"/>
              </a:ext>
            </a:extLst>
          </p:cNvPr>
          <p:cNvSpPr txBox="1"/>
          <p:nvPr/>
        </p:nvSpPr>
        <p:spPr>
          <a:xfrm>
            <a:off x="2892836" y="1405738"/>
            <a:ext cx="740184" cy="37144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prstDash val="solid"/>
          </a:ln>
        </p:spPr>
        <p:txBody>
          <a:bodyPr lIns="58410" tIns="29205" rIns="58410" bIns="29205" anchor="ctr">
            <a:normAutofit/>
          </a:bodyPr>
          <a:lstStyle>
            <a:defPPr>
              <a:defRPr lang="ko-KR"/>
            </a:defPPr>
            <a:lvl1pPr marL="0" defTabSz="778897" eaLnBrk="1" hangingPunct="1">
              <a:defRPr sz="2400" b="1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defRPr>
            </a:lvl1pPr>
            <a:lvl2pPr marL="389405" defTabSz="778809" eaLnBrk="1" hangingPunct="1">
              <a:defRPr sz="1500">
                <a:latin typeface="+mn-lt"/>
                <a:ea typeface="+mn-ea"/>
              </a:defRPr>
            </a:lvl2pPr>
            <a:lvl3pPr marL="778809" defTabSz="778809" eaLnBrk="1" hangingPunct="1">
              <a:defRPr sz="1500">
                <a:latin typeface="+mn-lt"/>
                <a:ea typeface="+mn-ea"/>
              </a:defRPr>
            </a:lvl3pPr>
            <a:lvl4pPr marL="1168213" defTabSz="778809" eaLnBrk="1" hangingPunct="1">
              <a:defRPr sz="1500">
                <a:latin typeface="+mn-lt"/>
                <a:ea typeface="+mn-ea"/>
              </a:defRPr>
            </a:lvl4pPr>
            <a:lvl5pPr marL="1557618" defTabSz="778809" eaLnBrk="1" hangingPunct="1">
              <a:defRPr sz="1500">
                <a:latin typeface="+mn-lt"/>
                <a:ea typeface="+mn-ea"/>
              </a:defRPr>
            </a:lvl5pPr>
            <a:lvl6pPr marL="1947021" defTabSz="778809">
              <a:defRPr sz="1500">
                <a:latin typeface="+mn-lt"/>
                <a:ea typeface="+mn-ea"/>
              </a:defRPr>
            </a:lvl6pPr>
            <a:lvl7pPr marL="2336426" defTabSz="778809">
              <a:defRPr sz="1500">
                <a:latin typeface="+mn-lt"/>
                <a:ea typeface="+mn-ea"/>
              </a:defRPr>
            </a:lvl7pPr>
            <a:lvl8pPr marL="2725830" defTabSz="778809">
              <a:defRPr sz="1500">
                <a:latin typeface="+mn-lt"/>
                <a:ea typeface="+mn-ea"/>
              </a:defRPr>
            </a:lvl8pPr>
            <a:lvl9pPr marL="3115235" defTabSz="778809">
              <a:defRPr sz="1500">
                <a:latin typeface="+mn-lt"/>
                <a:ea typeface="+mn-ea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0" spc="-113">
                <a:solidFill>
                  <a:schemeClr val="accent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별 첨</a:t>
            </a:r>
            <a:endParaRPr kumimoji="1" lang="en-US" altLang="ko-KR" sz="1600" b="0" spc="-113">
              <a:solidFill>
                <a:schemeClr val="accent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106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F8300-CC82-F6B6-93C0-46386D16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3D330E-70E4-DCEA-C3D9-1FF4828161E4}"/>
              </a:ext>
            </a:extLst>
          </p:cNvPr>
          <p:cNvSpPr txBox="1"/>
          <p:nvPr/>
        </p:nvSpPr>
        <p:spPr>
          <a:xfrm>
            <a:off x="847061" y="789055"/>
            <a:ext cx="5156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3. </a:t>
            </a:r>
            <a:r>
              <a:rPr lang="ko-KR" altLang="en-US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채움</a:t>
            </a:r>
            <a:r>
              <a:rPr lang="en-US" altLang="ko-KR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_</a:t>
            </a:r>
            <a:r>
              <a:rPr lang="ko-KR" altLang="en-US" sz="3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Ultralight" panose="020B0600000101010101" pitchFamily="50" charset="-127"/>
                <a:ea typeface="삼성긴고딕 Ultralight" panose="020B0600000101010101" pitchFamily="50" charset="-127"/>
              </a:rPr>
              <a:t>직선</a:t>
            </a:r>
          </a:p>
        </p:txBody>
      </p:sp>
    </p:spTree>
    <p:extLst>
      <p:ext uri="{BB962C8B-B14F-4D97-AF65-F5344CB8AC3E}">
        <p14:creationId xmlns:p14="http://schemas.microsoft.com/office/powerpoint/2010/main" val="225769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6F50688-4E5B-4C38-B8BB-C28526CFA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보고자료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줄 타이틀 공간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D5B3783-AEDD-45DB-A5DE-5CCCE19A3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브랜드전략파트</a:t>
            </a:r>
          </a:p>
        </p:txBody>
      </p:sp>
    </p:spTree>
    <p:extLst>
      <p:ext uri="{BB962C8B-B14F-4D97-AF65-F5344CB8AC3E}">
        <p14:creationId xmlns:p14="http://schemas.microsoft.com/office/powerpoint/2010/main" val="400632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3E752623-55DA-4B5B-8D3B-2BF9EB331DDD}"/>
              </a:ext>
            </a:extLst>
          </p:cNvPr>
          <p:cNvGraphicFramePr/>
          <p:nvPr/>
        </p:nvGraphicFramePr>
        <p:xfrm>
          <a:off x="6401491" y="2370037"/>
          <a:ext cx="3809309" cy="3079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내용 개체 틀 13">
            <a:extLst>
              <a:ext uri="{FF2B5EF4-FFF2-40B4-BE49-F238E27FC236}">
                <a16:creationId xmlns:a16="http://schemas.microsoft.com/office/drawing/2014/main" id="{A21F9EE3-F931-4444-BCA4-5F7A9CEBA08A}"/>
              </a:ext>
            </a:extLst>
          </p:cNvPr>
          <p:cNvSpPr txBox="1">
            <a:spLocks/>
          </p:cNvSpPr>
          <p:nvPr/>
        </p:nvSpPr>
        <p:spPr>
          <a:xfrm>
            <a:off x="2313041" y="3572336"/>
            <a:ext cx="4026309" cy="2179535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58410" tIns="29205" rIns="58410" bIns="29205" rtlCol="0" anchor="t">
            <a:noAutofit/>
          </a:bodyPr>
          <a:lstStyle>
            <a:defPPr>
              <a:defRPr lang="ko-KR"/>
            </a:defPPr>
            <a:lvl1pPr marL="0" indent="-228600" algn="l" defTabSz="778897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spc="-100" baseline="0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89405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809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213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618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021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426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5830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235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금융복합기업집단의 감독에 관한 법률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조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항 </a:t>
            </a:r>
            <a:endParaRPr kumimoji="1" lang="en-US" altLang="ko-KR" sz="105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accent6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국내 소속금융회사의 대주주가 자기 또는 제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자의 계산으로 해당 금융회사와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50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억원 이상의 내부거래를 하려는 경우 미리 이사회에 해당 거래의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 경우 이사회의 승인은 재적 이사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분의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2 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이상의 찬성으로 하여야 하고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, </a:t>
            </a: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그 거래의 내용과 절차는 공정해야 함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7606181-FC88-4D7B-86C5-902BA22170AF}"/>
              </a:ext>
            </a:extLst>
          </p:cNvPr>
          <p:cNvSpPr txBox="1">
            <a:spLocks/>
          </p:cNvSpPr>
          <p:nvPr/>
        </p:nvSpPr>
        <p:spPr>
          <a:xfrm>
            <a:off x="2231923" y="2157413"/>
            <a:ext cx="41148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0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j-cs"/>
              </a:defRPr>
            </a:lvl1pPr>
          </a:lstStyle>
          <a:p>
            <a:r>
              <a:rPr lang="ko-KR" altLang="en-US"/>
              <a:t>계약 사항 및</a:t>
            </a:r>
            <a:br>
              <a:rPr lang="en-US" altLang="ko-KR"/>
            </a:br>
            <a:r>
              <a:rPr lang="ko-KR" altLang="en-US"/>
              <a:t>환급예정 계좌</a:t>
            </a:r>
          </a:p>
        </p:txBody>
      </p:sp>
    </p:spTree>
    <p:extLst>
      <p:ext uri="{BB962C8B-B14F-4D97-AF65-F5344CB8AC3E}">
        <p14:creationId xmlns:p14="http://schemas.microsoft.com/office/powerpoint/2010/main" val="2051267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5EF445B7-ED04-4A24-B40E-6786A946841D}"/>
              </a:ext>
            </a:extLst>
          </p:cNvPr>
          <p:cNvGraphicFramePr/>
          <p:nvPr/>
        </p:nvGraphicFramePr>
        <p:xfrm>
          <a:off x="2285693" y="1843912"/>
          <a:ext cx="7478062" cy="3812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1525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C8B56708-2110-47C2-88FE-B8B74584613C}"/>
              </a:ext>
            </a:extLst>
          </p:cNvPr>
          <p:cNvGraphicFramePr/>
          <p:nvPr/>
        </p:nvGraphicFramePr>
        <p:xfrm>
          <a:off x="2494159" y="2098380"/>
          <a:ext cx="3619416" cy="3381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CF491C4C-39A2-4943-BA8C-1D8BED58FC58}"/>
              </a:ext>
            </a:extLst>
          </p:cNvPr>
          <p:cNvGraphicFramePr/>
          <p:nvPr/>
        </p:nvGraphicFramePr>
        <p:xfrm>
          <a:off x="6405269" y="2098380"/>
          <a:ext cx="3619416" cy="3381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89774D8-04B2-443F-B411-9DBDD2CB1078}"/>
              </a:ext>
            </a:extLst>
          </p:cNvPr>
          <p:cNvSpPr txBox="1"/>
          <p:nvPr/>
        </p:nvSpPr>
        <p:spPr>
          <a:xfrm>
            <a:off x="4489752" y="3208999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42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D6FC6-5799-410D-97FA-B4EF42524B63}"/>
              </a:ext>
            </a:extLst>
          </p:cNvPr>
          <p:cNvSpPr txBox="1"/>
          <p:nvPr/>
        </p:nvSpPr>
        <p:spPr>
          <a:xfrm>
            <a:off x="7764062" y="3990657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83CFE3-BC54-4861-A445-69CCC4A6F84A}"/>
              </a:ext>
            </a:extLst>
          </p:cNvPr>
          <p:cNvSpPr txBox="1"/>
          <p:nvPr/>
        </p:nvSpPr>
        <p:spPr>
          <a:xfrm>
            <a:off x="5299798" y="3306579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A838D7-9CD1-474B-ABBA-2E10EAE6AA34}"/>
              </a:ext>
            </a:extLst>
          </p:cNvPr>
          <p:cNvSpPr txBox="1"/>
          <p:nvPr/>
        </p:nvSpPr>
        <p:spPr>
          <a:xfrm>
            <a:off x="8589872" y="408823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cxnSp>
        <p:nvCxnSpPr>
          <p:cNvPr id="15" name="직선 연결선 7">
            <a:extLst>
              <a:ext uri="{FF2B5EF4-FFF2-40B4-BE49-F238E27FC236}">
                <a16:creationId xmlns:a16="http://schemas.microsoft.com/office/drawing/2014/main" id="{534735C1-3976-45A4-B499-1A7069487356}"/>
              </a:ext>
            </a:extLst>
          </p:cNvPr>
          <p:cNvCxnSpPr/>
          <p:nvPr/>
        </p:nvCxnSpPr>
        <p:spPr>
          <a:xfrm flipH="1" flipV="1">
            <a:off x="5404196" y="4683671"/>
            <a:ext cx="315280" cy="24434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8">
            <a:extLst>
              <a:ext uri="{FF2B5EF4-FFF2-40B4-BE49-F238E27FC236}">
                <a16:creationId xmlns:a16="http://schemas.microsoft.com/office/drawing/2014/main" id="{0E1C5722-5ADE-4443-8FD1-43580DBC2F92}"/>
              </a:ext>
            </a:extLst>
          </p:cNvPr>
          <p:cNvCxnSpPr/>
          <p:nvPr/>
        </p:nvCxnSpPr>
        <p:spPr>
          <a:xfrm flipH="1" flipV="1">
            <a:off x="9323188" y="4683671"/>
            <a:ext cx="315280" cy="24434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BE4B3CC-EA7F-4327-923F-E3D2C4CC772F}"/>
              </a:ext>
            </a:extLst>
          </p:cNvPr>
          <p:cNvSpPr txBox="1"/>
          <p:nvPr/>
        </p:nvSpPr>
        <p:spPr>
          <a:xfrm>
            <a:off x="3561295" y="2760616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633225-9A5A-4DDB-B930-BF16115F78DC}"/>
              </a:ext>
            </a:extLst>
          </p:cNvPr>
          <p:cNvSpPr txBox="1"/>
          <p:nvPr/>
        </p:nvSpPr>
        <p:spPr>
          <a:xfrm>
            <a:off x="3947512" y="2437454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26E537-F40F-4571-ADB6-811ED0263BEB}"/>
              </a:ext>
            </a:extLst>
          </p:cNvPr>
          <p:cNvSpPr txBox="1"/>
          <p:nvPr/>
        </p:nvSpPr>
        <p:spPr>
          <a:xfrm>
            <a:off x="7141363" y="304436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9BD9D-D2A9-42B7-BC95-C5FF09110CB6}"/>
              </a:ext>
            </a:extLst>
          </p:cNvPr>
          <p:cNvSpPr txBox="1"/>
          <p:nvPr/>
        </p:nvSpPr>
        <p:spPr>
          <a:xfrm>
            <a:off x="7614281" y="2602976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37C330-272E-4BA8-8742-F34BBA7FFA4A}"/>
              </a:ext>
            </a:extLst>
          </p:cNvPr>
          <p:cNvSpPr txBox="1"/>
          <p:nvPr/>
        </p:nvSpPr>
        <p:spPr>
          <a:xfrm>
            <a:off x="7979883" y="2374399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2%</a:t>
            </a:r>
          </a:p>
        </p:txBody>
      </p:sp>
      <p:cxnSp>
        <p:nvCxnSpPr>
          <p:cNvPr id="22" name="직선 연결선 30">
            <a:extLst>
              <a:ext uri="{FF2B5EF4-FFF2-40B4-BE49-F238E27FC236}">
                <a16:creationId xmlns:a16="http://schemas.microsoft.com/office/drawing/2014/main" id="{98016043-28E4-410F-864B-442790A5F362}"/>
              </a:ext>
            </a:extLst>
          </p:cNvPr>
          <p:cNvCxnSpPr/>
          <p:nvPr/>
        </p:nvCxnSpPr>
        <p:spPr>
          <a:xfrm flipH="1" flipV="1">
            <a:off x="2641062" y="3297233"/>
            <a:ext cx="307447" cy="7364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32">
            <a:extLst>
              <a:ext uri="{FF2B5EF4-FFF2-40B4-BE49-F238E27FC236}">
                <a16:creationId xmlns:a16="http://schemas.microsoft.com/office/drawing/2014/main" id="{3AE92BF6-5175-4E1D-91B5-5DE881D67074}"/>
              </a:ext>
            </a:extLst>
          </p:cNvPr>
          <p:cNvCxnSpPr/>
          <p:nvPr/>
        </p:nvCxnSpPr>
        <p:spPr>
          <a:xfrm flipH="1" flipV="1">
            <a:off x="3386410" y="2343512"/>
            <a:ext cx="151240" cy="23645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91794B-6AA9-4493-8FC3-918088F0D5D7}"/>
              </a:ext>
            </a:extLst>
          </p:cNvPr>
          <p:cNvSpPr txBox="1"/>
          <p:nvPr/>
        </p:nvSpPr>
        <p:spPr>
          <a:xfrm>
            <a:off x="2101471" y="3203510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B Service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13E651-A243-4F37-BC19-BB8F90B095DF}"/>
              </a:ext>
            </a:extLst>
          </p:cNvPr>
          <p:cNvSpPr txBox="1"/>
          <p:nvPr/>
        </p:nvSpPr>
        <p:spPr>
          <a:xfrm>
            <a:off x="2859800" y="2193114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C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CA248C-579F-4A0B-840A-D74407C8A388}"/>
              </a:ext>
            </a:extLst>
          </p:cNvPr>
          <p:cNvSpPr txBox="1"/>
          <p:nvPr/>
        </p:nvSpPr>
        <p:spPr>
          <a:xfrm>
            <a:off x="3721532" y="1901087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D Service</a:t>
            </a:r>
          </a:p>
        </p:txBody>
      </p:sp>
      <p:cxnSp>
        <p:nvCxnSpPr>
          <p:cNvPr id="27" name="직선 연결선 46">
            <a:extLst>
              <a:ext uri="{FF2B5EF4-FFF2-40B4-BE49-F238E27FC236}">
                <a16:creationId xmlns:a16="http://schemas.microsoft.com/office/drawing/2014/main" id="{72EB0646-69E9-49F0-A26B-102C5E61A925}"/>
              </a:ext>
            </a:extLst>
          </p:cNvPr>
          <p:cNvCxnSpPr/>
          <p:nvPr/>
        </p:nvCxnSpPr>
        <p:spPr>
          <a:xfrm flipH="1" flipV="1">
            <a:off x="8082377" y="2084639"/>
            <a:ext cx="19760" cy="26611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D540F5-3449-4F7B-9F8E-676CCA3D0C7C}"/>
              </a:ext>
            </a:extLst>
          </p:cNvPr>
          <p:cNvSpPr txBox="1"/>
          <p:nvPr/>
        </p:nvSpPr>
        <p:spPr>
          <a:xfrm>
            <a:off x="7810776" y="1901087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C Service</a:t>
            </a:r>
          </a:p>
        </p:txBody>
      </p:sp>
      <p:cxnSp>
        <p:nvCxnSpPr>
          <p:cNvPr id="29" name="직선 연결선 49">
            <a:extLst>
              <a:ext uri="{FF2B5EF4-FFF2-40B4-BE49-F238E27FC236}">
                <a16:creationId xmlns:a16="http://schemas.microsoft.com/office/drawing/2014/main" id="{7048AD5F-5463-4BEE-B6A4-EBD2D990BE45}"/>
              </a:ext>
            </a:extLst>
          </p:cNvPr>
          <p:cNvCxnSpPr/>
          <p:nvPr/>
        </p:nvCxnSpPr>
        <p:spPr>
          <a:xfrm flipH="1" flipV="1">
            <a:off x="7527023" y="2221170"/>
            <a:ext cx="126669" cy="27209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0B7654D-B531-422C-9B8C-C0DAF4D98D19}"/>
              </a:ext>
            </a:extLst>
          </p:cNvPr>
          <p:cNvSpPr txBox="1"/>
          <p:nvPr/>
        </p:nvSpPr>
        <p:spPr>
          <a:xfrm>
            <a:off x="6991974" y="2079220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B Service</a:t>
            </a:r>
          </a:p>
        </p:txBody>
      </p:sp>
      <p:cxnSp>
        <p:nvCxnSpPr>
          <p:cNvPr id="31" name="직선 연결선 51">
            <a:extLst>
              <a:ext uri="{FF2B5EF4-FFF2-40B4-BE49-F238E27FC236}">
                <a16:creationId xmlns:a16="http://schemas.microsoft.com/office/drawing/2014/main" id="{A860B344-A90B-41AC-ACCE-87DEFEF3D6E8}"/>
              </a:ext>
            </a:extLst>
          </p:cNvPr>
          <p:cNvCxnSpPr/>
          <p:nvPr/>
        </p:nvCxnSpPr>
        <p:spPr>
          <a:xfrm flipH="1" flipV="1">
            <a:off x="6816722" y="2768499"/>
            <a:ext cx="244339" cy="17404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98E315E-6B26-4A4B-A1B3-F70521C3282A}"/>
              </a:ext>
            </a:extLst>
          </p:cNvPr>
          <p:cNvSpPr txBox="1"/>
          <p:nvPr/>
        </p:nvSpPr>
        <p:spPr>
          <a:xfrm>
            <a:off x="6290108" y="2634505"/>
            <a:ext cx="6062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A Service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E1CB5B-692E-4EDF-81BA-81E52D3D5B89}"/>
              </a:ext>
            </a:extLst>
          </p:cNvPr>
          <p:cNvSpPr txBox="1"/>
          <p:nvPr/>
        </p:nvSpPr>
        <p:spPr>
          <a:xfrm>
            <a:off x="3143551" y="3383292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15%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55FC4A-E4C9-4AC6-83C6-94DE27487A21}"/>
              </a:ext>
            </a:extLst>
          </p:cNvPr>
          <p:cNvSpPr txBox="1"/>
          <p:nvPr/>
        </p:nvSpPr>
        <p:spPr>
          <a:xfrm>
            <a:off x="3726818" y="4439477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30%</a:t>
            </a:r>
          </a:p>
        </p:txBody>
      </p:sp>
      <p:cxnSp>
        <p:nvCxnSpPr>
          <p:cNvPr id="35" name="직선 연결선 57">
            <a:extLst>
              <a:ext uri="{FF2B5EF4-FFF2-40B4-BE49-F238E27FC236}">
                <a16:creationId xmlns:a16="http://schemas.microsoft.com/office/drawing/2014/main" id="{8EC8147F-3CDC-4297-8C61-2D97FAD913A9}"/>
              </a:ext>
            </a:extLst>
          </p:cNvPr>
          <p:cNvCxnSpPr/>
          <p:nvPr/>
        </p:nvCxnSpPr>
        <p:spPr>
          <a:xfrm flipH="1">
            <a:off x="2764852" y="4439403"/>
            <a:ext cx="309208" cy="14621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0A7CE9A-E1B4-4308-837D-BA4C6BAFE2F8}"/>
              </a:ext>
            </a:extLst>
          </p:cNvPr>
          <p:cNvSpPr txBox="1"/>
          <p:nvPr/>
        </p:nvSpPr>
        <p:spPr>
          <a:xfrm>
            <a:off x="2229241" y="4526180"/>
            <a:ext cx="6062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A Service</a:t>
            </a:r>
          </a:p>
        </p:txBody>
      </p:sp>
      <p:cxnSp>
        <p:nvCxnSpPr>
          <p:cNvPr id="37" name="직선 연결선 85">
            <a:extLst>
              <a:ext uri="{FF2B5EF4-FFF2-40B4-BE49-F238E27FC236}">
                <a16:creationId xmlns:a16="http://schemas.microsoft.com/office/drawing/2014/main" id="{4FE5CF3B-2CB9-4773-B92F-E2E340D285A1}"/>
              </a:ext>
            </a:extLst>
          </p:cNvPr>
          <p:cNvCxnSpPr/>
          <p:nvPr/>
        </p:nvCxnSpPr>
        <p:spPr>
          <a:xfrm flipH="1" flipV="1">
            <a:off x="4013791" y="2099171"/>
            <a:ext cx="42281" cy="26255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BD192C6-B029-4A68-83A1-50E1F2E89D7A}"/>
              </a:ext>
            </a:extLst>
          </p:cNvPr>
          <p:cNvSpPr txBox="1"/>
          <p:nvPr/>
        </p:nvSpPr>
        <p:spPr>
          <a:xfrm>
            <a:off x="5525507" y="4946509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삼성화재</a:t>
            </a:r>
            <a:endParaRPr lang="en-US" altLang="ko-KR" sz="7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E7570-82E9-4C8C-B657-CD40CB7D7F82}"/>
              </a:ext>
            </a:extLst>
          </p:cNvPr>
          <p:cNvSpPr txBox="1"/>
          <p:nvPr/>
        </p:nvSpPr>
        <p:spPr>
          <a:xfrm>
            <a:off x="9441203" y="4924386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삼성화재</a:t>
            </a:r>
            <a:endParaRPr lang="en-US" altLang="ko-KR" sz="7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66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차트 39">
            <a:extLst>
              <a:ext uri="{FF2B5EF4-FFF2-40B4-BE49-F238E27FC236}">
                <a16:creationId xmlns:a16="http://schemas.microsoft.com/office/drawing/2014/main" id="{751EC47F-332F-440E-9E7B-C7CF1EE7C717}"/>
              </a:ext>
            </a:extLst>
          </p:cNvPr>
          <p:cNvGraphicFramePr/>
          <p:nvPr/>
        </p:nvGraphicFramePr>
        <p:xfrm>
          <a:off x="2365721" y="2157235"/>
          <a:ext cx="3233344" cy="3020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5B5C4306-446B-4C14-9015-36411FAF01BA}"/>
              </a:ext>
            </a:extLst>
          </p:cNvPr>
          <p:cNvGraphicFramePr/>
          <p:nvPr/>
        </p:nvGraphicFramePr>
        <p:xfrm>
          <a:off x="6200148" y="2157235"/>
          <a:ext cx="3233344" cy="3020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FA721D03-B59E-448D-B221-F7D1623DC576}"/>
              </a:ext>
            </a:extLst>
          </p:cNvPr>
          <p:cNvSpPr txBox="1"/>
          <p:nvPr/>
        </p:nvSpPr>
        <p:spPr>
          <a:xfrm>
            <a:off x="6726965" y="2912055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10%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1E4F22-F6C1-481B-B143-CAA652BE6D7C}"/>
              </a:ext>
            </a:extLst>
          </p:cNvPr>
          <p:cNvSpPr txBox="1"/>
          <p:nvPr/>
        </p:nvSpPr>
        <p:spPr>
          <a:xfrm>
            <a:off x="7244493" y="2523104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61AE25-DCF1-45B0-B900-D6181421049E}"/>
              </a:ext>
            </a:extLst>
          </p:cNvPr>
          <p:cNvSpPr txBox="1"/>
          <p:nvPr/>
        </p:nvSpPr>
        <p:spPr>
          <a:xfrm>
            <a:off x="7606803" y="2417893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2%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AD4051-2593-4FE6-A626-E66DEDC0D3CC}"/>
              </a:ext>
            </a:extLst>
          </p:cNvPr>
          <p:cNvSpPr txBox="1"/>
          <p:nvPr/>
        </p:nvSpPr>
        <p:spPr>
          <a:xfrm>
            <a:off x="3445543" y="3286309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11CEEA-6D14-463B-8301-0DF3F791BEFC}"/>
              </a:ext>
            </a:extLst>
          </p:cNvPr>
          <p:cNvSpPr txBox="1"/>
          <p:nvPr/>
        </p:nvSpPr>
        <p:spPr>
          <a:xfrm>
            <a:off x="4282236" y="337461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DAFD2C-E491-4238-ACA1-7B911A952EF1}"/>
              </a:ext>
            </a:extLst>
          </p:cNvPr>
          <p:cNvSpPr txBox="1"/>
          <p:nvPr/>
        </p:nvSpPr>
        <p:spPr>
          <a:xfrm>
            <a:off x="7301093" y="3286309"/>
            <a:ext cx="976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234B26-97BF-4F43-8A37-8D6AAF7B252E}"/>
              </a:ext>
            </a:extLst>
          </p:cNvPr>
          <p:cNvSpPr txBox="1"/>
          <p:nvPr/>
        </p:nvSpPr>
        <p:spPr>
          <a:xfrm>
            <a:off x="8158910" y="337461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17575B-D1BF-45C7-A3AB-D090E5C058D8}"/>
              </a:ext>
            </a:extLst>
          </p:cNvPr>
          <p:cNvSpPr txBox="1"/>
          <p:nvPr/>
        </p:nvSpPr>
        <p:spPr>
          <a:xfrm>
            <a:off x="3209187" y="2625062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8%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47ECFE-6D13-4CBF-A9C5-D712FA116583}"/>
              </a:ext>
            </a:extLst>
          </p:cNvPr>
          <p:cNvSpPr txBox="1"/>
          <p:nvPr/>
        </p:nvSpPr>
        <p:spPr>
          <a:xfrm>
            <a:off x="3659449" y="2454749"/>
            <a:ext cx="375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5%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4524C5-7916-424D-989E-21DD3E89203C}"/>
              </a:ext>
            </a:extLst>
          </p:cNvPr>
          <p:cNvSpPr txBox="1"/>
          <p:nvPr/>
        </p:nvSpPr>
        <p:spPr>
          <a:xfrm>
            <a:off x="2709531" y="3249924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15%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06B215-9C2A-4EF7-88AB-F4B829E73B77}"/>
              </a:ext>
            </a:extLst>
          </p:cNvPr>
          <p:cNvSpPr txBox="1"/>
          <p:nvPr/>
        </p:nvSpPr>
        <p:spPr>
          <a:xfrm>
            <a:off x="3237277" y="4540537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30%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0E6F4D2-1C95-463C-AFCB-FBEE0F0FAF3D}"/>
              </a:ext>
            </a:extLst>
          </p:cNvPr>
          <p:cNvGrpSpPr/>
          <p:nvPr/>
        </p:nvGrpSpPr>
        <p:grpSpPr>
          <a:xfrm>
            <a:off x="5501273" y="2356932"/>
            <a:ext cx="603453" cy="992579"/>
            <a:chOff x="4154253" y="1435156"/>
            <a:chExt cx="603453" cy="99257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98F22E-FDB9-48E8-A9F8-F008668AD56B}"/>
                </a:ext>
              </a:extLst>
            </p:cNvPr>
            <p:cNvSpPr txBox="1"/>
            <p:nvPr/>
          </p:nvSpPr>
          <p:spPr>
            <a:xfrm>
              <a:off x="4202746" y="1435156"/>
              <a:ext cx="554960" cy="992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삼성화재</a:t>
              </a: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 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A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D Service</a:t>
              </a: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E6FA2D-8464-4F90-B052-619F3AA092EB}"/>
                </a:ext>
              </a:extLst>
            </p:cNvPr>
            <p:cNvSpPr/>
            <p:nvPr/>
          </p:nvSpPr>
          <p:spPr>
            <a:xfrm>
              <a:off x="4154253" y="1539101"/>
              <a:ext cx="96506" cy="965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39ECBA51-2928-4A3B-AA53-B930F5D3B0B5}"/>
                </a:ext>
              </a:extLst>
            </p:cNvPr>
            <p:cNvSpPr/>
            <p:nvPr/>
          </p:nvSpPr>
          <p:spPr>
            <a:xfrm>
              <a:off x="4154253" y="1716082"/>
              <a:ext cx="96506" cy="9650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A3E3F3D3-63DB-4B11-8E61-7AD46AC94D4B}"/>
                </a:ext>
              </a:extLst>
            </p:cNvPr>
            <p:cNvSpPr/>
            <p:nvPr/>
          </p:nvSpPr>
          <p:spPr>
            <a:xfrm>
              <a:off x="4154253" y="1907811"/>
              <a:ext cx="96506" cy="9650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BE966B1-B868-44A6-A0EF-BCD4905CFA80}"/>
                </a:ext>
              </a:extLst>
            </p:cNvPr>
            <p:cNvSpPr/>
            <p:nvPr/>
          </p:nvSpPr>
          <p:spPr>
            <a:xfrm>
              <a:off x="4154253" y="2077418"/>
              <a:ext cx="96506" cy="9650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9B60488-0BE3-43A2-BF17-7038CD0BBFFF}"/>
                </a:ext>
              </a:extLst>
            </p:cNvPr>
            <p:cNvSpPr/>
            <p:nvPr/>
          </p:nvSpPr>
          <p:spPr>
            <a:xfrm>
              <a:off x="4154253" y="2269147"/>
              <a:ext cx="96506" cy="9650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3026186-2111-404E-9F32-B997F46B31B0}"/>
              </a:ext>
            </a:extLst>
          </p:cNvPr>
          <p:cNvGrpSpPr/>
          <p:nvPr/>
        </p:nvGrpSpPr>
        <p:grpSpPr>
          <a:xfrm>
            <a:off x="9269485" y="2356932"/>
            <a:ext cx="603453" cy="992579"/>
            <a:chOff x="4154253" y="1435156"/>
            <a:chExt cx="603453" cy="99257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FF715FE-8648-456B-899B-03BD0D14315B}"/>
                </a:ext>
              </a:extLst>
            </p:cNvPr>
            <p:cNvSpPr txBox="1"/>
            <p:nvPr/>
          </p:nvSpPr>
          <p:spPr>
            <a:xfrm>
              <a:off x="4202746" y="1435156"/>
              <a:ext cx="554960" cy="992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삼성화재</a:t>
              </a: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 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A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 Service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6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D Service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9FD0C56D-3303-472A-918B-0318E79A4F6A}"/>
                </a:ext>
              </a:extLst>
            </p:cNvPr>
            <p:cNvSpPr/>
            <p:nvPr/>
          </p:nvSpPr>
          <p:spPr>
            <a:xfrm>
              <a:off x="4154253" y="1539101"/>
              <a:ext cx="96506" cy="965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FA0256B1-8C79-4EDA-85FE-671B76FE109A}"/>
                </a:ext>
              </a:extLst>
            </p:cNvPr>
            <p:cNvSpPr/>
            <p:nvPr/>
          </p:nvSpPr>
          <p:spPr>
            <a:xfrm>
              <a:off x="4154253" y="1716082"/>
              <a:ext cx="96506" cy="9650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FF2061F-DC9C-4287-8712-B2FA9735BCE7}"/>
                </a:ext>
              </a:extLst>
            </p:cNvPr>
            <p:cNvSpPr/>
            <p:nvPr/>
          </p:nvSpPr>
          <p:spPr>
            <a:xfrm>
              <a:off x="4154253" y="1907811"/>
              <a:ext cx="96506" cy="9650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CD3CB88D-3DB0-468D-88F8-0B9D47FC5287}"/>
                </a:ext>
              </a:extLst>
            </p:cNvPr>
            <p:cNvSpPr/>
            <p:nvPr/>
          </p:nvSpPr>
          <p:spPr>
            <a:xfrm>
              <a:off x="4154253" y="2077418"/>
              <a:ext cx="96506" cy="9650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2CE223F-CCBE-4262-B701-BD5E8952F4D4}"/>
                </a:ext>
              </a:extLst>
            </p:cNvPr>
            <p:cNvSpPr/>
            <p:nvPr/>
          </p:nvSpPr>
          <p:spPr>
            <a:xfrm>
              <a:off x="4154253" y="2269147"/>
              <a:ext cx="96506" cy="9650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2860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차트 28">
            <a:extLst>
              <a:ext uri="{FF2B5EF4-FFF2-40B4-BE49-F238E27FC236}">
                <a16:creationId xmlns:a16="http://schemas.microsoft.com/office/drawing/2014/main" id="{3B18183B-569E-4DC0-9DA9-E8C65BA908C1}"/>
              </a:ext>
            </a:extLst>
          </p:cNvPr>
          <p:cNvGraphicFramePr/>
          <p:nvPr/>
        </p:nvGraphicFramePr>
        <p:xfrm>
          <a:off x="2453662" y="2181401"/>
          <a:ext cx="7661275" cy="3333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987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30DEF158-C4EE-4B9F-9B58-2CA06B655ED3}"/>
              </a:ext>
            </a:extLst>
          </p:cNvPr>
          <p:cNvGraphicFramePr/>
          <p:nvPr/>
        </p:nvGraphicFramePr>
        <p:xfrm>
          <a:off x="5911645" y="2234381"/>
          <a:ext cx="4420082" cy="3473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내용 개체 틀 13">
            <a:extLst>
              <a:ext uri="{FF2B5EF4-FFF2-40B4-BE49-F238E27FC236}">
                <a16:creationId xmlns:a16="http://schemas.microsoft.com/office/drawing/2014/main" id="{8ADA9AF4-C9A6-42EA-98CE-27BAA3DBE4A3}"/>
              </a:ext>
            </a:extLst>
          </p:cNvPr>
          <p:cNvSpPr txBox="1">
            <a:spLocks/>
          </p:cNvSpPr>
          <p:nvPr/>
        </p:nvSpPr>
        <p:spPr>
          <a:xfrm>
            <a:off x="2313041" y="3572336"/>
            <a:ext cx="4026309" cy="2179535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58410" tIns="29205" rIns="58410" bIns="29205" rtlCol="0" anchor="t">
            <a:noAutofit/>
          </a:bodyPr>
          <a:lstStyle>
            <a:defPPr>
              <a:defRPr lang="ko-KR"/>
            </a:defPPr>
            <a:lvl1pPr marL="0" indent="-228600" algn="l" defTabSz="778897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spc="-100" baseline="0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89405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809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213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618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021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426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5830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235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금융복합기업집단의 감독에 관한 법률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조 제</a:t>
            </a:r>
            <a:r>
              <a:rPr kumimoji="1" lang="en-US" altLang="ko-KR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ko-KR" altLang="en-US" sz="105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6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항 </a:t>
            </a:r>
            <a:endParaRPr kumimoji="1" lang="en-US" altLang="ko-KR" sz="105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accent6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국내 소속금융회사의 대주주가 자기 또는 제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자의 계산으로 해당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50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억원 이상의 내부거래를 하려는 경우 미리 이사회에 해당 거래의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 경우 이사회의 승인은 재적 이사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분의 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2 </a:t>
            </a: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이상의 찬성으로 </a:t>
            </a:r>
            <a:endParaRPr kumimoji="1" lang="en-US" altLang="ko-KR" sz="105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Regular" panose="020B0600000101010101" pitchFamily="50" charset="-127"/>
              <a:ea typeface="삼성긴고딕 Regular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ko-KR" altLang="en-US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그 거래의 내용과 절차는 공정해야 함</a:t>
            </a:r>
            <a:r>
              <a:rPr kumimoji="1" lang="en-US" altLang="ko-KR" sz="105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Regular" panose="020B0600000101010101" pitchFamily="50" charset="-127"/>
                <a:ea typeface="삼성긴고딕 Regular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848DBD6-C71A-4A88-BDAE-54A98B08C745}"/>
              </a:ext>
            </a:extLst>
          </p:cNvPr>
          <p:cNvSpPr txBox="1">
            <a:spLocks/>
          </p:cNvSpPr>
          <p:nvPr/>
        </p:nvSpPr>
        <p:spPr>
          <a:xfrm>
            <a:off x="2231923" y="2157413"/>
            <a:ext cx="41148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0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j-cs"/>
              </a:defRPr>
            </a:lvl1pPr>
          </a:lstStyle>
          <a:p>
            <a:r>
              <a:rPr lang="ko-KR" altLang="en-US"/>
              <a:t>계약 사항 및</a:t>
            </a:r>
            <a:br>
              <a:rPr lang="en-US" altLang="ko-KR"/>
            </a:br>
            <a:r>
              <a:rPr lang="ko-KR" altLang="en-US"/>
              <a:t>환급예정 계좌</a:t>
            </a:r>
          </a:p>
        </p:txBody>
      </p:sp>
    </p:spTree>
    <p:extLst>
      <p:ext uri="{BB962C8B-B14F-4D97-AF65-F5344CB8AC3E}">
        <p14:creationId xmlns:p14="http://schemas.microsoft.com/office/powerpoint/2010/main" val="450271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3EF6A2D-EB77-4923-82DE-2B05B4941864}"/>
              </a:ext>
            </a:extLst>
          </p:cNvPr>
          <p:cNvSpPr/>
          <p:nvPr/>
        </p:nvSpPr>
        <p:spPr>
          <a:xfrm>
            <a:off x="2623327" y="2335138"/>
            <a:ext cx="1619475" cy="1619476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tx1">
                      <a:alpha val="0"/>
                    </a:schemeClr>
                  </a:solidFill>
                </a:ln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   </a:t>
            </a:r>
            <a:endParaRPr lang="ko-KR" altLang="en-US" sz="12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9D288-821B-41C7-8834-B057F40BFF95}"/>
              </a:ext>
            </a:extLst>
          </p:cNvPr>
          <p:cNvSpPr txBox="1"/>
          <p:nvPr/>
        </p:nvSpPr>
        <p:spPr>
          <a:xfrm>
            <a:off x="2806707" y="2915164"/>
            <a:ext cx="125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GROUP A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BE927A-DE64-4E33-8046-EE81A941D6B1}"/>
              </a:ext>
            </a:extLst>
          </p:cNvPr>
          <p:cNvSpPr/>
          <p:nvPr/>
        </p:nvSpPr>
        <p:spPr>
          <a:xfrm>
            <a:off x="5638060" y="2335138"/>
            <a:ext cx="1619475" cy="1619476"/>
          </a:xfrm>
          <a:prstGeom prst="ellipse">
            <a:avLst/>
          </a:prstGeom>
          <a:noFill/>
          <a:ln w="63500">
            <a:solidFill>
              <a:srgbClr val="44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tx1">
                      <a:alpha val="0"/>
                    </a:schemeClr>
                  </a:solidFill>
                </a:ln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   </a:t>
            </a:r>
            <a:endParaRPr lang="ko-KR" altLang="en-US" sz="12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cxnSp>
        <p:nvCxnSpPr>
          <p:cNvPr id="10" name="직선 연결선[R] 5">
            <a:extLst>
              <a:ext uri="{FF2B5EF4-FFF2-40B4-BE49-F238E27FC236}">
                <a16:creationId xmlns:a16="http://schemas.microsoft.com/office/drawing/2014/main" id="{039D4CC6-A2B7-4192-B39B-19378AF8B57B}"/>
              </a:ext>
            </a:extLst>
          </p:cNvPr>
          <p:cNvCxnSpPr/>
          <p:nvPr/>
        </p:nvCxnSpPr>
        <p:spPr>
          <a:xfrm>
            <a:off x="4673844" y="3117678"/>
            <a:ext cx="557835" cy="0"/>
          </a:xfrm>
          <a:prstGeom prst="line">
            <a:avLst/>
          </a:prstGeom>
          <a:ln w="31750">
            <a:solidFill>
              <a:srgbClr val="4444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7100D2-8155-4595-9F89-1A8FE46AD951}"/>
              </a:ext>
            </a:extLst>
          </p:cNvPr>
          <p:cNvSpPr txBox="1"/>
          <p:nvPr/>
        </p:nvSpPr>
        <p:spPr>
          <a:xfrm>
            <a:off x="3011315" y="3187723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Regular" panose="020B0503020203020204" pitchFamily="34" charset="0"/>
              </a:rPr>
              <a:t>Contents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21DC3-EFE9-43AA-A035-9192F88EFC49}"/>
              </a:ext>
            </a:extLst>
          </p:cNvPr>
          <p:cNvSpPr txBox="1"/>
          <p:nvPr/>
        </p:nvSpPr>
        <p:spPr>
          <a:xfrm>
            <a:off x="5823843" y="2915164"/>
            <a:ext cx="12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GROUP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D9026-9777-4567-A90C-6FF4138A4A71}"/>
              </a:ext>
            </a:extLst>
          </p:cNvPr>
          <p:cNvSpPr txBox="1"/>
          <p:nvPr/>
        </p:nvSpPr>
        <p:spPr>
          <a:xfrm>
            <a:off x="6026047" y="3187723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Regular" panose="020B0503020203020204" pitchFamily="34" charset="0"/>
              </a:rPr>
              <a:t>Contents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2B07758-EF01-42F4-8ED5-EB4809C6BB3E}"/>
              </a:ext>
            </a:extLst>
          </p:cNvPr>
          <p:cNvSpPr/>
          <p:nvPr/>
        </p:nvSpPr>
        <p:spPr>
          <a:xfrm>
            <a:off x="7632680" y="2335138"/>
            <a:ext cx="1619475" cy="1619476"/>
          </a:xfrm>
          <a:prstGeom prst="ellipse">
            <a:avLst/>
          </a:prstGeom>
          <a:noFill/>
          <a:ln w="63500">
            <a:solidFill>
              <a:srgbClr val="44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tx1">
                      <a:alpha val="0"/>
                    </a:schemeClr>
                  </a:solidFill>
                </a:ln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   </a:t>
            </a:r>
            <a:endParaRPr lang="ko-KR" altLang="en-US" sz="12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5E4C1-D632-47D5-836D-9167243BF825}"/>
              </a:ext>
            </a:extLst>
          </p:cNvPr>
          <p:cNvSpPr txBox="1"/>
          <p:nvPr/>
        </p:nvSpPr>
        <p:spPr>
          <a:xfrm>
            <a:off x="7812854" y="2915164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rPr>
              <a:t>GROUP 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D1CD6A-1D1A-41F5-B311-254AF280BE65}"/>
              </a:ext>
            </a:extLst>
          </p:cNvPr>
          <p:cNvSpPr txBox="1"/>
          <p:nvPr/>
        </p:nvSpPr>
        <p:spPr>
          <a:xfrm>
            <a:off x="8020667" y="3187723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444444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Regular" panose="020B0503020203020204" pitchFamily="34" charset="0"/>
              </a:rPr>
              <a:t>Contents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2B8FA8-55F0-4D40-A71E-B2B1AD48D5E9}"/>
              </a:ext>
            </a:extLst>
          </p:cNvPr>
          <p:cNvSpPr/>
          <p:nvPr/>
        </p:nvSpPr>
        <p:spPr>
          <a:xfrm>
            <a:off x="3205847" y="4593131"/>
            <a:ext cx="5810334" cy="5171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삼성금융체 Bold" panose="02020803020101020101" pitchFamily="18" charset="-127"/>
                <a:ea typeface="삼성금융체 Bold" panose="02020803020101020101" pitchFamily="18" charset="-127"/>
              </a:rPr>
              <a:t>계약 사항 및</a:t>
            </a:r>
            <a:r>
              <a:rPr lang="en-US" altLang="ko-KR">
                <a:latin typeface="삼성금융체 Bold" panose="02020803020101020101" pitchFamily="18" charset="-127"/>
                <a:ea typeface="삼성금융체 Bold" panose="02020803020101020101" pitchFamily="18" charset="-127"/>
              </a:rPr>
              <a:t> </a:t>
            </a:r>
            <a:r>
              <a:rPr lang="ko-KR" altLang="en-US">
                <a:latin typeface="삼성금융체 Bold" panose="02020803020101020101" pitchFamily="18" charset="-127"/>
                <a:ea typeface="삼성금융체 Bold" panose="02020803020101020101" pitchFamily="18" charset="-127"/>
              </a:rPr>
              <a:t>환급예정 계좌</a:t>
            </a:r>
            <a:endParaRPr kumimoji="1" lang="ko-KR" altLang="en-US" sz="1100" b="1">
              <a:ln>
                <a:solidFill>
                  <a:schemeClr val="tx1">
                    <a:alpha val="0"/>
                  </a:schemeClr>
                </a:solidFill>
              </a:ln>
              <a:latin typeface="삼성금융체 Bold" panose="02020803020101020101" pitchFamily="18" charset="-127"/>
              <a:ea typeface="삼성금융체 Bold" panose="02020803020101020101" pitchFamily="18" charset="-127"/>
              <a:cs typeface="LINE Seed Bold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36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F62DC0D-FB8E-4EC1-93E0-D22EC9C05EF2}"/>
              </a:ext>
            </a:extLst>
          </p:cNvPr>
          <p:cNvGrpSpPr/>
          <p:nvPr/>
        </p:nvGrpSpPr>
        <p:grpSpPr>
          <a:xfrm>
            <a:off x="2143433" y="1954162"/>
            <a:ext cx="7786840" cy="3591232"/>
            <a:chOff x="361028" y="2024264"/>
            <a:chExt cx="9505950" cy="3514725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DCF1BC0-CCA1-4C23-9390-F1701A370F1F}"/>
                </a:ext>
              </a:extLst>
            </p:cNvPr>
            <p:cNvCxnSpPr/>
            <p:nvPr/>
          </p:nvCxnSpPr>
          <p:spPr>
            <a:xfrm>
              <a:off x="437228" y="2024264"/>
              <a:ext cx="9429750" cy="0"/>
            </a:xfrm>
            <a:prstGeom prst="line">
              <a:avLst/>
            </a:prstGeom>
            <a:ln w="285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0D2E8425-7300-47C2-9BC9-8D189110A38D}"/>
                </a:ext>
              </a:extLst>
            </p:cNvPr>
            <p:cNvCxnSpPr/>
            <p:nvPr/>
          </p:nvCxnSpPr>
          <p:spPr>
            <a:xfrm>
              <a:off x="437228" y="2824364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1C5A013-0297-45D5-8848-CA846A253F20}"/>
                </a:ext>
              </a:extLst>
            </p:cNvPr>
            <p:cNvCxnSpPr/>
            <p:nvPr/>
          </p:nvCxnSpPr>
          <p:spPr>
            <a:xfrm>
              <a:off x="437228" y="3367289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7C83E68-F298-408D-8F3A-8C4EAA52B281}"/>
                </a:ext>
              </a:extLst>
            </p:cNvPr>
            <p:cNvCxnSpPr/>
            <p:nvPr/>
          </p:nvCxnSpPr>
          <p:spPr>
            <a:xfrm>
              <a:off x="437228" y="3910214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7E51EE6-0417-4366-AEB6-F4A2FD7F5568}"/>
                </a:ext>
              </a:extLst>
            </p:cNvPr>
            <p:cNvCxnSpPr/>
            <p:nvPr/>
          </p:nvCxnSpPr>
          <p:spPr>
            <a:xfrm>
              <a:off x="437228" y="4453139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410B1D8-7533-481A-AE14-4A665E9DC5DE}"/>
                </a:ext>
              </a:extLst>
            </p:cNvPr>
            <p:cNvCxnSpPr/>
            <p:nvPr/>
          </p:nvCxnSpPr>
          <p:spPr>
            <a:xfrm>
              <a:off x="437228" y="4996064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5FCC102-A607-4A77-AD45-02F42ECB1B83}"/>
                </a:ext>
              </a:extLst>
            </p:cNvPr>
            <p:cNvCxnSpPr/>
            <p:nvPr/>
          </p:nvCxnSpPr>
          <p:spPr>
            <a:xfrm>
              <a:off x="437228" y="5538989"/>
              <a:ext cx="9429750" cy="0"/>
            </a:xfrm>
            <a:prstGeom prst="line">
              <a:avLst/>
            </a:prstGeom>
            <a:ln w="3175">
              <a:solidFill>
                <a:srgbClr val="4444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EB2969E-E55D-40BD-9734-84342D1BE150}"/>
                </a:ext>
              </a:extLst>
            </p:cNvPr>
            <p:cNvSpPr txBox="1"/>
            <p:nvPr/>
          </p:nvSpPr>
          <p:spPr>
            <a:xfrm>
              <a:off x="361028" y="2238095"/>
              <a:ext cx="1066902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 Contents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8D44D-3295-46B8-B9C3-020CFBD23E21}"/>
                </a:ext>
              </a:extLst>
            </p:cNvPr>
            <p:cNvSpPr txBox="1"/>
            <p:nvPr/>
          </p:nvSpPr>
          <p:spPr>
            <a:xfrm>
              <a:off x="2799898" y="2238095"/>
              <a:ext cx="1194101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9A88B7-73D7-444B-A310-F01D636EE5DB}"/>
                </a:ext>
              </a:extLst>
            </p:cNvPr>
            <p:cNvSpPr txBox="1"/>
            <p:nvPr/>
          </p:nvSpPr>
          <p:spPr>
            <a:xfrm>
              <a:off x="4631717" y="2238095"/>
              <a:ext cx="1190187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8AE76E-189F-4706-927E-009BB97D1990}"/>
                </a:ext>
              </a:extLst>
            </p:cNvPr>
            <p:cNvSpPr txBox="1"/>
            <p:nvPr/>
          </p:nvSpPr>
          <p:spPr>
            <a:xfrm>
              <a:off x="6463533" y="2238095"/>
              <a:ext cx="1199970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C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E6B5515-C546-4DCF-96A2-ED1F264E6AEE}"/>
                </a:ext>
              </a:extLst>
            </p:cNvPr>
            <p:cNvSpPr txBox="1"/>
            <p:nvPr/>
          </p:nvSpPr>
          <p:spPr>
            <a:xfrm>
              <a:off x="8295353" y="2238095"/>
              <a:ext cx="1199970" cy="318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Category D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1F8FD4-5A39-41E7-BA55-D17B61BB5071}"/>
                </a:ext>
              </a:extLst>
            </p:cNvPr>
            <p:cNvSpPr txBox="1"/>
            <p:nvPr/>
          </p:nvSpPr>
          <p:spPr>
            <a:xfrm>
              <a:off x="361028" y="2702430"/>
              <a:ext cx="927962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ko-KR" altLang="en-US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삼성화재</a:t>
              </a:r>
              <a:endParaRPr lang="en-US" altLang="ko-KR" sz="11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삼성금융체 Bold" panose="02020803020101020101" pitchFamily="18" charset="-127"/>
                <a:ea typeface="삼성금융체 Bold" panose="02020803020101020101" pitchFamily="18" charset="-127"/>
                <a:cs typeface="LINE Seed Bold" panose="020B0503020203020204" pitchFamily="34" charset="0"/>
              </a:endParaRP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A Group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 Group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C Group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D Group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2CB1CFA-2A52-44DF-9AAA-C0198FF1D0A6}"/>
                </a:ext>
              </a:extLst>
            </p:cNvPr>
            <p:cNvSpPr txBox="1"/>
            <p:nvPr/>
          </p:nvSpPr>
          <p:spPr>
            <a:xfrm>
              <a:off x="2799428" y="2702430"/>
              <a:ext cx="912307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Living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Life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Beauty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Health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Welfare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2F0C63-3EB2-4A4F-A6EA-D5174C0268E2}"/>
                </a:ext>
              </a:extLst>
            </p:cNvPr>
            <p:cNvSpPr txBox="1"/>
            <p:nvPr/>
          </p:nvSpPr>
          <p:spPr>
            <a:xfrm>
              <a:off x="4647278" y="2702430"/>
              <a:ext cx="1325213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30,000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100,000,000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6,000,000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80,000,000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7,000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AE33C7-8ED4-4C7B-9427-310460ED7261}"/>
                </a:ext>
              </a:extLst>
            </p:cNvPr>
            <p:cNvSpPr txBox="1"/>
            <p:nvPr/>
          </p:nvSpPr>
          <p:spPr>
            <a:xfrm>
              <a:off x="6466553" y="2702430"/>
              <a:ext cx="730315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100%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75%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90%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-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28%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A3629A2-E01C-43FC-9EEB-96B486AF37A0}"/>
                </a:ext>
              </a:extLst>
            </p:cNvPr>
            <p:cNvSpPr txBox="1"/>
            <p:nvPr/>
          </p:nvSpPr>
          <p:spPr>
            <a:xfrm>
              <a:off x="8304879" y="2702430"/>
              <a:ext cx="939705" cy="2700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30,000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100,000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600,000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800,000</a:t>
              </a:r>
            </a:p>
            <a:p>
              <a:pPr>
                <a:lnSpc>
                  <a:spcPts val="4300"/>
                </a:lnSpc>
              </a:pPr>
              <a:r>
                <a:rPr lang="en-US" altLang="ko-KR" sz="11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444444"/>
                  </a:solidFill>
                  <a:latin typeface="삼성금융체 Bold" panose="02020803020101020101" pitchFamily="18" charset="-127"/>
                  <a:ea typeface="삼성금융체 Bold" panose="02020803020101020101" pitchFamily="18" charset="-127"/>
                  <a:cs typeface="LINE Seed Bold" panose="020B0503020203020204" pitchFamily="34" charset="0"/>
                </a:rPr>
                <a:t>7,000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6188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제목 4">
            <a:extLst>
              <a:ext uri="{FF2B5EF4-FFF2-40B4-BE49-F238E27FC236}">
                <a16:creationId xmlns:a16="http://schemas.microsoft.com/office/drawing/2014/main" id="{643B3C7B-F441-4D81-B299-E6B4FD73C528}"/>
              </a:ext>
            </a:extLst>
          </p:cNvPr>
          <p:cNvSpPr txBox="1">
            <a:spLocks/>
          </p:cNvSpPr>
          <p:nvPr/>
        </p:nvSpPr>
        <p:spPr>
          <a:xfrm>
            <a:off x="3284044" y="2202324"/>
            <a:ext cx="4992688" cy="479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0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+mj-cs"/>
              </a:defRPr>
            </a:lvl1pPr>
          </a:lstStyle>
          <a:p>
            <a:r>
              <a:rPr lang="ko-KR" altLang="en-US" sz="2400" spc="-113">
                <a:solidFill>
                  <a:schemeClr val="accent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운영현황</a:t>
            </a:r>
          </a:p>
        </p:txBody>
      </p:sp>
      <p:sp>
        <p:nvSpPr>
          <p:cNvPr id="36" name="내용 개체 틀 13">
            <a:extLst>
              <a:ext uri="{FF2B5EF4-FFF2-40B4-BE49-F238E27FC236}">
                <a16:creationId xmlns:a16="http://schemas.microsoft.com/office/drawing/2014/main" id="{FF276B21-CA30-4906-B9BE-7742525B06F4}"/>
              </a:ext>
            </a:extLst>
          </p:cNvPr>
          <p:cNvSpPr txBox="1">
            <a:spLocks/>
          </p:cNvSpPr>
          <p:nvPr/>
        </p:nvSpPr>
        <p:spPr>
          <a:xfrm>
            <a:off x="3284045" y="2886536"/>
            <a:ext cx="5091113" cy="2061548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58410" tIns="29205" rIns="58410" bIns="29205" rtlCol="0" anchor="t">
            <a:noAutofit/>
          </a:bodyPr>
          <a:lstStyle>
            <a:defPPr>
              <a:defRPr lang="ko-KR"/>
            </a:defPPr>
            <a:lvl1pPr marL="0" indent="-228600" algn="l" defTabSz="778897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 spc="-100" baseline="0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389405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8809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213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7618" indent="-228600" algn="l" defTabSz="778809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 spc="-100" baseline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021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6426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5830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5235" indent="-228600" algn="l" defTabSz="778809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08" indent="-214308" fontAlgn="base">
              <a:spcAft>
                <a:spcPct val="0"/>
              </a:spcAft>
              <a:buSzPct val="120000"/>
            </a:pPr>
            <a:r>
              <a:rPr kumimoji="1" lang="ko-KR" altLang="en-US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금융복합기업집단의 감독에 관한 법률 제</a:t>
            </a:r>
            <a:r>
              <a:rPr kumimoji="1" lang="en-US" altLang="ko-KR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15</a:t>
            </a:r>
            <a:r>
              <a:rPr kumimoji="1" lang="ko-KR" altLang="en-US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조 제</a:t>
            </a:r>
            <a:r>
              <a:rPr kumimoji="1" lang="en-US" altLang="ko-KR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2</a:t>
            </a:r>
            <a:r>
              <a:rPr kumimoji="1" lang="ko-KR" altLang="en-US" sz="120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항 </a:t>
            </a:r>
            <a:endParaRPr kumimoji="1" lang="en-US" altLang="ko-KR" sz="120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</a:endParaRPr>
          </a:p>
          <a:p>
            <a:pPr indent="0" fontAlgn="base">
              <a:spcAft>
                <a:spcPct val="0"/>
              </a:spcAft>
              <a:buSzPct val="120000"/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-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국내 소속금융회사의 대주주가 자기 또는 제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자의 계산으로 해당 금융회사와 </a:t>
            </a:r>
            <a:endParaRPr kumimoji="1" lang="en-US" altLang="ko-KR" sz="120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  50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억원 이상의 내부거래를 하려는 경우 미리 이사회에 해당 거래의 주요 내용을 밝히고</a:t>
            </a:r>
            <a:endParaRPr kumimoji="1" lang="en-US" altLang="ko-KR" sz="1200" b="0" spc="-75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  <a:cs typeface="맑은 고딕 Semilight" panose="020B0502040204020203" pitchFamily="50" charset="-127"/>
            </a:endParaRP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이사회의 승인을 받아야 함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-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이 경우 이사회의 승인은 재적 이사 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3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분의 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2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이상의 찬성으로 하여야 하고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, </a:t>
            </a:r>
          </a:p>
          <a:p>
            <a:pPr indent="0" fontAlgn="base">
              <a:spcAft>
                <a:spcPct val="0"/>
              </a:spcAft>
              <a:buNone/>
            </a:pP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     </a:t>
            </a:r>
            <a:r>
              <a:rPr kumimoji="1" lang="ko-KR" altLang="en-US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그 거래의 내용과 절차는 공정해야 함</a:t>
            </a:r>
            <a:r>
              <a:rPr kumimoji="1" lang="en-US" altLang="ko-KR" sz="1200" b="0" spc="-75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6D4671-BED4-4E7B-AEA8-7324469112AB}"/>
              </a:ext>
            </a:extLst>
          </p:cNvPr>
          <p:cNvSpPr txBox="1"/>
          <p:nvPr/>
        </p:nvSpPr>
        <p:spPr>
          <a:xfrm>
            <a:off x="2892836" y="1405738"/>
            <a:ext cx="740184" cy="37144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  <a:prstDash val="solid"/>
          </a:ln>
        </p:spPr>
        <p:txBody>
          <a:bodyPr lIns="58410" tIns="29205" rIns="58410" bIns="29205" anchor="ctr">
            <a:normAutofit/>
          </a:bodyPr>
          <a:lstStyle>
            <a:defPPr>
              <a:defRPr lang="ko-KR"/>
            </a:defPPr>
            <a:lvl1pPr marL="0" defTabSz="778897" eaLnBrk="1" hangingPunct="1">
              <a:defRPr sz="2400" b="1">
                <a:ln>
                  <a:solidFill>
                    <a:srgbClr val="82939A">
                      <a:alpha val="0"/>
                    </a:srgb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defRPr>
            </a:lvl1pPr>
            <a:lvl2pPr marL="389405" defTabSz="778809" eaLnBrk="1" hangingPunct="1">
              <a:defRPr sz="1500">
                <a:latin typeface="+mn-lt"/>
                <a:ea typeface="+mn-ea"/>
              </a:defRPr>
            </a:lvl2pPr>
            <a:lvl3pPr marL="778809" defTabSz="778809" eaLnBrk="1" hangingPunct="1">
              <a:defRPr sz="1500">
                <a:latin typeface="+mn-lt"/>
                <a:ea typeface="+mn-ea"/>
              </a:defRPr>
            </a:lvl3pPr>
            <a:lvl4pPr marL="1168213" defTabSz="778809" eaLnBrk="1" hangingPunct="1">
              <a:defRPr sz="1500">
                <a:latin typeface="+mn-lt"/>
                <a:ea typeface="+mn-ea"/>
              </a:defRPr>
            </a:lvl4pPr>
            <a:lvl5pPr marL="1557618" defTabSz="778809" eaLnBrk="1" hangingPunct="1">
              <a:defRPr sz="1500">
                <a:latin typeface="+mn-lt"/>
                <a:ea typeface="+mn-ea"/>
              </a:defRPr>
            </a:lvl5pPr>
            <a:lvl6pPr marL="1947021" defTabSz="778809">
              <a:defRPr sz="1500">
                <a:latin typeface="+mn-lt"/>
                <a:ea typeface="+mn-ea"/>
              </a:defRPr>
            </a:lvl6pPr>
            <a:lvl7pPr marL="2336426" defTabSz="778809">
              <a:defRPr sz="1500">
                <a:latin typeface="+mn-lt"/>
                <a:ea typeface="+mn-ea"/>
              </a:defRPr>
            </a:lvl7pPr>
            <a:lvl8pPr marL="2725830" defTabSz="778809">
              <a:defRPr sz="1500">
                <a:latin typeface="+mn-lt"/>
                <a:ea typeface="+mn-ea"/>
              </a:defRPr>
            </a:lvl8pPr>
            <a:lvl9pPr marL="3115235" defTabSz="778809">
              <a:defRPr sz="1500">
                <a:latin typeface="+mn-lt"/>
                <a:ea typeface="+mn-ea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0" spc="-113">
                <a:solidFill>
                  <a:schemeClr val="accent1"/>
                </a:solidFill>
                <a:effectLst/>
                <a:latin typeface="삼성긴고딕 Medium" panose="020B0600000101010101" pitchFamily="50" charset="-127"/>
                <a:ea typeface="삼성긴고딕 Medium" panose="020B0600000101010101" pitchFamily="50" charset="-127"/>
              </a:rPr>
              <a:t>별 첨</a:t>
            </a:r>
            <a:endParaRPr kumimoji="1" lang="en-US" altLang="ko-KR" sz="1600" b="0" spc="-113">
              <a:solidFill>
                <a:schemeClr val="accent1"/>
              </a:solidFill>
              <a:effectLst/>
              <a:latin typeface="삼성긴고딕 Medium" panose="020B0600000101010101" pitchFamily="50" charset="-127"/>
              <a:ea typeface="삼성긴고딕 Medi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491179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사용자 지정 3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2269F7"/>
      </a:accent1>
      <a:accent2>
        <a:srgbClr val="42A0F7"/>
      </a:accent2>
      <a:accent3>
        <a:srgbClr val="3BE8FF"/>
      </a:accent3>
      <a:accent4>
        <a:srgbClr val="DEEBF7"/>
      </a:accent4>
      <a:accent5>
        <a:srgbClr val="7F7F7F"/>
      </a:accent5>
      <a:accent6>
        <a:srgbClr val="0006F4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테마">
  <a:themeElements>
    <a:clrScheme name="사용자 지정 3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2269F7"/>
      </a:accent1>
      <a:accent2>
        <a:srgbClr val="42A0F7"/>
      </a:accent2>
      <a:accent3>
        <a:srgbClr val="3BE8FF"/>
      </a:accent3>
      <a:accent4>
        <a:srgbClr val="DEEBF7"/>
      </a:accent4>
      <a:accent5>
        <a:srgbClr val="7F7F7F"/>
      </a:accent5>
      <a:accent6>
        <a:srgbClr val="0006F4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90E4B45C1A0DB42824E37807DCA5AF6" ma:contentTypeVersion="17" ma:contentTypeDescription="새 문서를 만듭니다." ma:contentTypeScope="" ma:versionID="37f1a7b37a6baf4276eef1e1bb0f5e30">
  <xsd:schema xmlns:xsd="http://www.w3.org/2001/XMLSchema" xmlns:xs="http://www.w3.org/2001/XMLSchema" xmlns:p="http://schemas.microsoft.com/office/2006/metadata/properties" xmlns:ns2="eb77d4a0-3bfd-499c-902b-76778e47272e" xmlns:ns3="3bc9943b-60d0-4dfa-a1fa-7c6b0130aad2" targetNamespace="http://schemas.microsoft.com/office/2006/metadata/properties" ma:root="true" ma:fieldsID="b8f0090cbf3549d8be50403c184b72b4" ns2:_="" ns3:_="">
    <xsd:import namespace="eb77d4a0-3bfd-499c-902b-76778e47272e"/>
    <xsd:import namespace="3bc9943b-60d0-4dfa-a1fa-7c6b0130aa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7d4a0-3bfd-499c-902b-76778e4727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7da3942b-9234-444a-a4dc-3b18ada7b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c9943b-60d0-4dfa-a1fa-7c6b0130a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9682e25-e8aa-4c6d-be81-83d16875b717}" ma:internalName="TaxCatchAll" ma:showField="CatchAllData" ma:web="3bc9943b-60d0-4dfa-a1fa-7c6b0130a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c9943b-60d0-4dfa-a1fa-7c6b0130aad2" xsi:nil="true"/>
    <lcf76f155ced4ddcb4097134ff3c332f xmlns="eb77d4a0-3bfd-499c-902b-76778e4727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43D2EA-11CE-472D-8DDC-2474363D0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0DEA5D-8301-44A3-91A4-64DA3AB5CA78}">
  <ds:schemaRefs>
    <ds:schemaRef ds:uri="3bc9943b-60d0-4dfa-a1fa-7c6b0130aad2"/>
    <ds:schemaRef ds:uri="eb77d4a0-3bfd-499c-902b-76778e4727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A0D2EA3-53A9-4F00-A9C0-EC544E6B4338}">
  <ds:schemaRefs>
    <ds:schemaRef ds:uri="3bc9943b-60d0-4dfa-a1fa-7c6b0130aad2"/>
    <ds:schemaRef ds:uri="eb77d4a0-3bfd-499c-902b-76778e47272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3_Office 테마</vt:lpstr>
      <vt:lpstr>6_Office 테마</vt:lpstr>
      <vt:lpstr>PowerPoint Presentation</vt:lpstr>
      <vt:lpstr>보고자료 2줄 타이틀 공간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보고자료 2줄 타이틀 공간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구서영</dc:creator>
  <cp:revision>1</cp:revision>
  <dcterms:created xsi:type="dcterms:W3CDTF">2025-10-16T00:48:15Z</dcterms:created>
  <dcterms:modified xsi:type="dcterms:W3CDTF">2026-08-28T01:22:47Z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0x010100790E4B45C1A0DB42824E37807DCA5AF6</vt:lpwstr>
  </property>
  <property fmtid="{D5CDD505-2E9C-101B-9397-08002B2CF9AE}" pid="4" name="MediaServiceImageTags">
    <vt:lpwstr/>
  </property>
  <property fmtid="{D5CDD505-2E9C-101B-9397-08002B2CF9AE}" pid="5" name="MSIP_Label_82d07c47-4fc6-411b-9888-58a67f3fd5a8_Enabled">
    <vt:lpwstr>true</vt:lpwstr>
  </property>
  <property fmtid="{D5CDD505-2E9C-101B-9397-08002B2CF9AE}" pid="6" name="MSIP_Label_82d07c47-4fc6-411b-9888-58a67f3fd5a8_SetDate">
    <vt:lpwstr>2026-08-28T01:18:08Z</vt:lpwstr>
  </property>
  <property fmtid="{D5CDD505-2E9C-101B-9397-08002B2CF9AE}" pid="7" name="MSIP_Label_82d07c47-4fc6-411b-9888-58a67f3fd5a8_Method">
    <vt:lpwstr>Standard</vt:lpwstr>
  </property>
  <property fmtid="{D5CDD505-2E9C-101B-9397-08002B2CF9AE}" pid="8" name="MSIP_Label_82d07c47-4fc6-411b-9888-58a67f3fd5a8_Name">
    <vt:lpwstr>일반레이블</vt:lpwstr>
  </property>
  <property fmtid="{D5CDD505-2E9C-101B-9397-08002B2CF9AE}" pid="9" name="MSIP_Label_82d07c47-4fc6-411b-9888-58a67f3fd5a8_SiteId">
    <vt:lpwstr>0f56a660-beab-4495-992b-202ae22aef3f</vt:lpwstr>
  </property>
  <property fmtid="{D5CDD505-2E9C-101B-9397-08002B2CF9AE}" pid="10" name="MSIP_Label_82d07c47-4fc6-411b-9888-58a67f3fd5a8_ActionId">
    <vt:lpwstr>492ac7a6-59dc-4334-a60e-68a2548a936b</vt:lpwstr>
  </property>
  <property fmtid="{D5CDD505-2E9C-101B-9397-08002B2CF9AE}" pid="11" name="MSIP_Label_82d07c47-4fc6-411b-9888-58a67f3fd5a8_ContentBits">
    <vt:lpwstr>0</vt:lpwstr>
  </property>
  <property fmtid="{D5CDD505-2E9C-101B-9397-08002B2CF9AE}" pid="12" name="MSIP_Label_82d07c47-4fc6-411b-9888-58a67f3fd5a8_Tag">
    <vt:lpwstr>10, 3, 0, 1</vt:lpwstr>
  </property>
</Properties>
</file>